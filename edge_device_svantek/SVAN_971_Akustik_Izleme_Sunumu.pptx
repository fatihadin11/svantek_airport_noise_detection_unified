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45c7457e7a4e4d" /><Relationship Type="http://schemas.openxmlformats.org/officeDocument/2006/relationships/extended-properties" Target="/docProps/app.xml" Id="R36acf38186a64122" /><Relationship Type="http://schemas.openxmlformats.org/officeDocument/2006/relationships/officeDocument" Target="/ppt/presentation.xml" Id="R21aae7e460e94e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8714f1d6784fc7"/>
  </p:sldMasterIdLst>
  <p:notesMasterIdLst>
    <p:notesMasterId xmlns:r="http://schemas.openxmlformats.org/officeDocument/2006/relationships" r:id="R86117574035f49dc"/>
  </p:notesMasterIdLst>
  <p:sldIdLst>
    <p:sldId xmlns:r="http://schemas.openxmlformats.org/officeDocument/2006/relationships" id="256" r:id="Re25dff33df3b4db7"/>
    <p:sldId xmlns:r="http://schemas.openxmlformats.org/officeDocument/2006/relationships" id="257" r:id="Rc7d9159b92964e68"/>
    <p:sldId xmlns:r="http://schemas.openxmlformats.org/officeDocument/2006/relationships" id="258" r:id="Rdb1e70c4d1ee4f1b"/>
    <p:sldId xmlns:r="http://schemas.openxmlformats.org/officeDocument/2006/relationships" id="259" r:id="R6a2b9194c7664167"/>
    <p:sldId xmlns:r="http://schemas.openxmlformats.org/officeDocument/2006/relationships" id="260" r:id="R72afee5bc6fc470a"/>
    <p:sldId xmlns:r="http://schemas.openxmlformats.org/officeDocument/2006/relationships" id="261" r:id="R8e075b2fa89c4d09"/>
    <p:sldId xmlns:r="http://schemas.openxmlformats.org/officeDocument/2006/relationships" id="262" r:id="R69d3c41ca25e4798"/>
    <p:sldId xmlns:r="http://schemas.openxmlformats.org/officeDocument/2006/relationships" id="263" r:id="Ra5c135eeffe74fce"/>
    <p:sldId xmlns:r="http://schemas.openxmlformats.org/officeDocument/2006/relationships" id="264" r:id="R439a94f3e62b46f2"/>
    <p:sldId xmlns:r="http://schemas.openxmlformats.org/officeDocument/2006/relationships" id="265" r:id="Rb1407b02a19841b9"/>
    <p:sldId xmlns:r="http://schemas.openxmlformats.org/officeDocument/2006/relationships" id="266" r:id="R92d2861a83b448b1"/>
    <p:sldId xmlns:r="http://schemas.openxmlformats.org/officeDocument/2006/relationships" id="267" r:id="R63eae4cc19544dea"/>
    <p:sldId xmlns:r="http://schemas.openxmlformats.org/officeDocument/2006/relationships" id="268" r:id="Rceea9882cec34276"/>
    <p:sldId xmlns:r="http://schemas.openxmlformats.org/officeDocument/2006/relationships" id="269" r:id="R461bf7db73d64cdb"/>
    <p:sldId xmlns:r="http://schemas.openxmlformats.org/officeDocument/2006/relationships" id="270" r:id="R2b333651ae734e22"/>
    <p:sldId xmlns:r="http://schemas.openxmlformats.org/officeDocument/2006/relationships" id="271" r:id="R4fceccad53484e57"/>
    <p:sldId xmlns:r="http://schemas.openxmlformats.org/officeDocument/2006/relationships" id="272" r:id="R52f2d7e1d8764c20"/>
    <p:sldId xmlns:r="http://schemas.openxmlformats.org/officeDocument/2006/relationships" id="273" r:id="R44abef081fad4d10"/>
    <p:sldId xmlns:r="http://schemas.openxmlformats.org/officeDocument/2006/relationships" id="274" r:id="R1c97c34d30d1472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fc6ca613aa46e4" /><Relationship Type="http://schemas.openxmlformats.org/officeDocument/2006/relationships/slideMaster" Target="/ppt/slideMasters/slideMaster1.xml" Id="Rb78714f1d6784fc7" /><Relationship Type="http://schemas.openxmlformats.org/officeDocument/2006/relationships/notesMaster" Target="/ppt/notesMasters/notesMaster1.xml" Id="R86117574035f49dc" /><Relationship Type="http://schemas.openxmlformats.org/officeDocument/2006/relationships/presProps" Target="/ppt/presProps.xml" Id="R97ad3002f96448b0" /><Relationship Type="http://schemas.openxmlformats.org/officeDocument/2006/relationships/viewProps" Target="/ppt/viewProps.xml" Id="R671b0db8b12d4383" /><Relationship Type="http://schemas.openxmlformats.org/officeDocument/2006/relationships/tableStyles" Target="/ppt/tableStyles.xml" Id="R30420aa5993c42ab" /><Relationship Type="http://schemas.openxmlformats.org/officeDocument/2006/relationships/slide" Target="/ppt/slides/slide1.xml" Id="Re25dff33df3b4db7" /><Relationship Type="http://schemas.openxmlformats.org/officeDocument/2006/relationships/slide" Target="/ppt/slides/slide2.xml" Id="Rc7d9159b92964e68" /><Relationship Type="http://schemas.openxmlformats.org/officeDocument/2006/relationships/slide" Target="/ppt/slides/slide3.xml" Id="Rdb1e70c4d1ee4f1b" /><Relationship Type="http://schemas.openxmlformats.org/officeDocument/2006/relationships/slide" Target="/ppt/slides/slide4.xml" Id="R6a2b9194c7664167" /><Relationship Type="http://schemas.openxmlformats.org/officeDocument/2006/relationships/slide" Target="/ppt/slides/slide5.xml" Id="R72afee5bc6fc470a" /><Relationship Type="http://schemas.openxmlformats.org/officeDocument/2006/relationships/slide" Target="/ppt/slides/slide6.xml" Id="R8e075b2fa89c4d09" /><Relationship Type="http://schemas.openxmlformats.org/officeDocument/2006/relationships/slide" Target="/ppt/slides/slide7.xml" Id="R69d3c41ca25e4798" /><Relationship Type="http://schemas.openxmlformats.org/officeDocument/2006/relationships/slide" Target="/ppt/slides/slide8.xml" Id="Ra5c135eeffe74fce" /><Relationship Type="http://schemas.openxmlformats.org/officeDocument/2006/relationships/slide" Target="/ppt/slides/slide9.xml" Id="R439a94f3e62b46f2" /><Relationship Type="http://schemas.openxmlformats.org/officeDocument/2006/relationships/slide" Target="/ppt/slides/slide10.xml" Id="Rb1407b02a19841b9" /><Relationship Type="http://schemas.openxmlformats.org/officeDocument/2006/relationships/slide" Target="/ppt/slides/slide11.xml" Id="R92d2861a83b448b1" /><Relationship Type="http://schemas.openxmlformats.org/officeDocument/2006/relationships/slide" Target="/ppt/slides/slide12.xml" Id="R63eae4cc19544dea" /><Relationship Type="http://schemas.openxmlformats.org/officeDocument/2006/relationships/slide" Target="/ppt/slides/slide13.xml" Id="Rceea9882cec34276" /><Relationship Type="http://schemas.openxmlformats.org/officeDocument/2006/relationships/slide" Target="/ppt/slides/slide14.xml" Id="R461bf7db73d64cdb" /><Relationship Type="http://schemas.openxmlformats.org/officeDocument/2006/relationships/slide" Target="/ppt/slides/slide15.xml" Id="R2b333651ae734e22" /><Relationship Type="http://schemas.openxmlformats.org/officeDocument/2006/relationships/slide" Target="/ppt/slides/slide16.xml" Id="R4fceccad53484e57" /><Relationship Type="http://schemas.openxmlformats.org/officeDocument/2006/relationships/slide" Target="/ppt/slides/slide17.xml" Id="R52f2d7e1d8764c20" /><Relationship Type="http://schemas.openxmlformats.org/officeDocument/2006/relationships/slide" Target="/ppt/slides/slide18.xml" Id="R44abef081fad4d10" /><Relationship Type="http://schemas.openxmlformats.org/officeDocument/2006/relationships/slide" Target="/ppt/slides/slide19.xml" Id="R1c97c34d30d147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4ca8dea568340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b26831326d4901" /><Relationship Type="http://schemas.openxmlformats.org/officeDocument/2006/relationships/notesMaster" Target="/ppt/notesMasters/notesMaster1.xml" Id="R321919435acb44a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d475312e6d54f84" /><Relationship Type="http://schemas.openxmlformats.org/officeDocument/2006/relationships/notesMaster" Target="/ppt/notesMasters/notesMaster1.xml" Id="R4cd01b56355641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135233bab14890" /><Relationship Type="http://schemas.openxmlformats.org/officeDocument/2006/relationships/notesMaster" Target="/ppt/notesMasters/notesMaster1.xml" Id="Rae7aa12d859c40f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120043dc2394367" /><Relationship Type="http://schemas.openxmlformats.org/officeDocument/2006/relationships/notesMaster" Target="/ppt/notesMasters/notesMaster1.xml" Id="R4389141e084648e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91c47ac2bda4554" /><Relationship Type="http://schemas.openxmlformats.org/officeDocument/2006/relationships/notesMaster" Target="/ppt/notesMasters/notesMaster1.xml" Id="R276352e5df7f4f1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19ca70bcc0f4e26" /><Relationship Type="http://schemas.openxmlformats.org/officeDocument/2006/relationships/notesMaster" Target="/ppt/notesMasters/notesMaster1.xml" Id="R0cce48a7af594df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a0344729cf548e7" /><Relationship Type="http://schemas.openxmlformats.org/officeDocument/2006/relationships/notesMaster" Target="/ppt/notesMasters/notesMaster1.xml" Id="Rc419f1c0a74b441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abbc68844894828" /><Relationship Type="http://schemas.openxmlformats.org/officeDocument/2006/relationships/notesMaster" Target="/ppt/notesMasters/notesMaster1.xml" Id="R1721b192a4074c7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c673080b51f46e8" /><Relationship Type="http://schemas.openxmlformats.org/officeDocument/2006/relationships/notesMaster" Target="/ppt/notesMasters/notesMaster1.xml" Id="Ra3a81586f66743a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f9f69e6248c4e9e" /><Relationship Type="http://schemas.openxmlformats.org/officeDocument/2006/relationships/notesMaster" Target="/ppt/notesMasters/notesMaster1.xml" Id="Rb7fdd78cec15487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d434ddbba9a48f9" /><Relationship Type="http://schemas.openxmlformats.org/officeDocument/2006/relationships/notesMaster" Target="/ppt/notesMasters/notesMaster1.xml" Id="Ra7f335eb362242d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548ecd528e048d8" /><Relationship Type="http://schemas.openxmlformats.org/officeDocument/2006/relationships/notesMaster" Target="/ppt/notesMasters/notesMaster1.xml" Id="Ra28e41ca8064425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1fec6900bc4442c" /><Relationship Type="http://schemas.openxmlformats.org/officeDocument/2006/relationships/notesMaster" Target="/ppt/notesMasters/notesMaster1.xml" Id="R10cb3961a554430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dff5003722c41ac" /><Relationship Type="http://schemas.openxmlformats.org/officeDocument/2006/relationships/notesMaster" Target="/ppt/notesMasters/notesMaster1.xml" Id="Ra09d81bd1bb6423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c27571162a84129" /><Relationship Type="http://schemas.openxmlformats.org/officeDocument/2006/relationships/notesMaster" Target="/ppt/notesMasters/notesMaster1.xml" Id="R70325a765a08478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e2a0385b6fa44e1" /><Relationship Type="http://schemas.openxmlformats.org/officeDocument/2006/relationships/notesMaster" Target="/ppt/notesMasters/notesMaster1.xml" Id="R9b8e8162809244e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e2f7298a952458b" /><Relationship Type="http://schemas.openxmlformats.org/officeDocument/2006/relationships/notesMaster" Target="/ppt/notesMasters/notesMaster1.xml" Id="R09765efefe62480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61daa9c990841ea" /><Relationship Type="http://schemas.openxmlformats.org/officeDocument/2006/relationships/notesMaster" Target="/ppt/notesMasters/notesMaster1.xml" Id="R3288eedfdf5a489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613d69e557843c0" /><Relationship Type="http://schemas.openxmlformats.org/officeDocument/2006/relationships/notesMaster" Target="/ppt/notesMasters/notesMaster1.xml" Id="R74f2667c49194a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bdcc1ea9dc4de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babd8ab90843a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c74c25ae6146a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17ad52bb4a47b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bb4ed99f1f439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b426fdb020409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ad646e4259450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8b31ffc5d647c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e27ba7cb14473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d24ac5ac7a477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fc839f8de844bd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BF745D7-E5D5-4D28-B473-6662BABC98D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6B415B3-52A7-4FC5-8BD1-442FA5AE56D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834BB53-8631-4961-85A5-DD3F3C01F48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22.07.2026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AB6172C-3503-4E3F-AEBD-6793E5D6E74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A6118BF-0059-48EF-9F48-9227203005D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27D8677-5CD3-432B-B0F5-7CA5A23D04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8042771-733B-4A7F-932D-1047466AB2B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B6EA6D9-F889-4BFE-AE80-1BD2A55F2AF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22.07.2026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C834197-D469-4B31-BA7D-68C0632FB86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F2C0F3C-2FF8-456B-BE18-400C26EFDB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A65D5CE-B5E5-4C7B-BAEF-E3E0FCBC39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9840D5-E862-465E-9BED-A869C8A9E5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B410C4A-5590-48E3-A80A-5C063036BEC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22.07.2026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35E63EC-1944-4FA6-9958-AAB0E34B5B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DE344A0-1444-4AA4-8799-811EDF53F6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9575A96-2FA1-4E0E-A81A-9A6687322B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4428C6D-A5BA-44F4-AEE2-1D86D7C44B7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4661AE5-B074-4E3F-A0BC-C8C5C803FE9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17058FC-5A24-42CF-BAE0-95BF1F255A8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22.07.2026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B1114CA-92E3-4232-BDE9-EEB419FCE4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A87DE81-9E51-492D-B224-53583E4AE90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90986BB-9215-4223-B219-EF44E66803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D2D19B8-E61F-4734-A82F-DE2A9E03AE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4BD1255-619A-4BB0-9AE0-7B7A23C8372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67D17381-5FCC-486C-A383-D61D1487A28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2B033D0-2844-4010-AD83-0F2F5E00F58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094C2F50-D929-453A-AC79-0BEB4655270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22.07.2026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D285BFF-25B3-4DE5-9776-DF843D87EA0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6982DA17-F32A-4E8F-A2B3-FB09CAC245B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FC5D9B8-A8AD-4E52-9AB1-57950FF524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D6502447-078B-4B75-AA4D-00D20F33486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22.07.2026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112EE8BE-5C9B-492F-BC2F-848DDBF295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D4E585D-D7C0-4154-8575-D5B7180B3D7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542FB916-F73B-4798-A4BE-CC2582B3306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22.07.2026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1E942D53-1E42-4435-B212-06547358473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F7B20041-2A0A-482E-8586-C5B48B39F1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31F726A-26C4-4790-9D3D-15B514E4F7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27AFB6B-1F27-4A10-99F5-4F6A68ED2CF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468944B-CA07-4F13-B4B0-CA3F041A712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1446869-BDBC-49CC-A39B-F9C44C3DFE0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22.07.2026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42E1EFB-E1C1-45D9-9BEE-4BF8A109C90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2DE405A-A858-4DE3-B6E6-60D344ED538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D514FC3-65A6-41E8-9658-D4F374F801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0BE50D1-0D90-4BF0-B67A-3FD9E3AA2A6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4BF6600-3EB1-476D-AA32-54D973F39D0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277EC7A-92B1-459B-8C4F-E284C5F5F31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22.07.2026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3E09CD3-6399-46B3-8CC1-683C34216BC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1C634D1-F5AC-4D71-A814-898CC4B225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3534BF6-2800-4D6C-951F-E122F6DB57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5DD686B-73D5-48F0-B652-7956A24E9F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DBBBDED-11D2-4C9D-80CD-A6DE7835466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22.07.2026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5A2B76F-CAD1-4A52-8D2C-017393052F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7F93348-F27C-4E0D-A7FF-EEF25277403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67A6AB2D-F73C-4EC8-A8EF-828359E6C1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9FBCC5D2-0C9C-4275-817B-C5A82E07A4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E34C2AC-BE19-4381-A93E-6AC6C00EC02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22.07.2026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082FE39-7DED-4C5B-9302-8A5B7811642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4FFBEF7-E453-4DC9-8EA0-D975387D66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4e11718eca4422" /><Relationship Type="http://schemas.openxmlformats.org/officeDocument/2006/relationships/slideLayout" Target="/ppt/slideLayouts/slideLayout1.xml" Id="R96b2637a5c6d413a" /><Relationship Type="http://schemas.openxmlformats.org/officeDocument/2006/relationships/slideLayout" Target="/ppt/slideLayouts/slideLayout2.xml" Id="Rf667f5d49396464b" /><Relationship Type="http://schemas.openxmlformats.org/officeDocument/2006/relationships/slideLayout" Target="/ppt/slideLayouts/slideLayout3.xml" Id="R18f6a144ce6543fb" /><Relationship Type="http://schemas.openxmlformats.org/officeDocument/2006/relationships/slideLayout" Target="/ppt/slideLayouts/slideLayout4.xml" Id="R4cd8ba4ee00c417f" /><Relationship Type="http://schemas.openxmlformats.org/officeDocument/2006/relationships/slideLayout" Target="/ppt/slideLayouts/slideLayout5.xml" Id="R2b15b7f0f3584536" /><Relationship Type="http://schemas.openxmlformats.org/officeDocument/2006/relationships/slideLayout" Target="/ppt/slideLayouts/slideLayout6.xml" Id="Rd57dae233dff4ae8" /><Relationship Type="http://schemas.openxmlformats.org/officeDocument/2006/relationships/slideLayout" Target="/ppt/slideLayouts/slideLayout7.xml" Id="R5b6b33e491e64992" /><Relationship Type="http://schemas.openxmlformats.org/officeDocument/2006/relationships/slideLayout" Target="/ppt/slideLayouts/slideLayout8.xml" Id="Ree2c35e69e154628" /><Relationship Type="http://schemas.openxmlformats.org/officeDocument/2006/relationships/slideLayout" Target="/ppt/slideLayouts/slideLayout9.xml" Id="R307ea7b10dca427e" /><Relationship Type="http://schemas.openxmlformats.org/officeDocument/2006/relationships/slideLayout" Target="/ppt/slideLayouts/slideLayout10.xml" Id="R099239dc7a4144ef" /><Relationship Type="http://schemas.openxmlformats.org/officeDocument/2006/relationships/slideLayout" Target="/ppt/slideLayouts/slideLayout11.xml" Id="R0e52286fe0b14ae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23384B5-84D9-4A94-83E1-79292FC933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389D192-61EF-4680-BE65-3133B34601F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7D98C72-D001-48C0-88CF-FA9BF56DA32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22.07.2026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BA44745-CBD0-4A04-850D-5C0086FBC53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FB46846-5863-4812-A8EC-C8017BEB8FB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b2637a5c6d413a"/>
    <p:sldLayoutId xmlns:r="http://schemas.openxmlformats.org/officeDocument/2006/relationships" id="2147483650" r:id="Rf667f5d49396464b"/>
    <p:sldLayoutId xmlns:r="http://schemas.openxmlformats.org/officeDocument/2006/relationships" id="2147483651" r:id="R18f6a144ce6543fb"/>
    <p:sldLayoutId xmlns:r="http://schemas.openxmlformats.org/officeDocument/2006/relationships" id="2147483652" r:id="R4cd8ba4ee00c417f"/>
    <p:sldLayoutId xmlns:r="http://schemas.openxmlformats.org/officeDocument/2006/relationships" id="2147483653" r:id="R2b15b7f0f3584536"/>
    <p:sldLayoutId xmlns:r="http://schemas.openxmlformats.org/officeDocument/2006/relationships" id="2147483654" r:id="Rd57dae233dff4ae8"/>
    <p:sldLayoutId xmlns:r="http://schemas.openxmlformats.org/officeDocument/2006/relationships" id="2147483655" r:id="R5b6b33e491e64992"/>
    <p:sldLayoutId xmlns:r="http://schemas.openxmlformats.org/officeDocument/2006/relationships" id="2147483656" r:id="Ree2c35e69e154628"/>
    <p:sldLayoutId xmlns:r="http://schemas.openxmlformats.org/officeDocument/2006/relationships" id="2147483657" r:id="R307ea7b10dca427e"/>
    <p:sldLayoutId xmlns:r="http://schemas.openxmlformats.org/officeDocument/2006/relationships" id="2147483658" r:id="R099239dc7a4144ef"/>
    <p:sldLayoutId xmlns:r="http://schemas.openxmlformats.org/officeDocument/2006/relationships" id="2147483659" r:id="R0e52286fe0b14ae7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23dc95f0b4842f8" /><Relationship Type="http://schemas.openxmlformats.org/officeDocument/2006/relationships/image" Target="/ppt/media/image.png" Id="R5b40ae7e0d2148af" /><Relationship Type="http://schemas.openxmlformats.org/officeDocument/2006/relationships/image" Target="/ppt/media/image2.png" Id="R92189690c3ff428b" /><Relationship Type="http://schemas.openxmlformats.org/officeDocument/2006/relationships/image" Target="/ppt/media/image3.png" Id="R6a0c154e7ee843fb" /><Relationship Type="http://schemas.openxmlformats.org/officeDocument/2006/relationships/notesSlide" Target="/ppt/notesSlides/notesSlide1.xml" Id="R95c1dfc5e7d948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bd328b2429142ac" /><Relationship Type="http://schemas.openxmlformats.org/officeDocument/2006/relationships/image" Target="/ppt/media/image.png" Id="R5f9afdfd8f0e4f4b" /><Relationship Type="http://schemas.openxmlformats.org/officeDocument/2006/relationships/image" Target="/ppt/media/image4.png" Id="R6d3dc2901f2d48c5" /><Relationship Type="http://schemas.openxmlformats.org/officeDocument/2006/relationships/image" Target="/ppt/media/image5.png" Id="R481d8d75ebf3418f" /><Relationship Type="http://schemas.openxmlformats.org/officeDocument/2006/relationships/image" Target="/ppt/media/image6.png" Id="R7ff80c3b147d46a2" /><Relationship Type="http://schemas.openxmlformats.org/officeDocument/2006/relationships/image" Target="/ppt/media/image7.png" Id="R716982c210e1499c" /><Relationship Type="http://schemas.openxmlformats.org/officeDocument/2006/relationships/image" Target="/ppt/media/image8.png" Id="R624c128875424c72" /><Relationship Type="http://schemas.openxmlformats.org/officeDocument/2006/relationships/image" Target="/ppt/media/image3.png" Id="R47e86ca5212a48b3" /><Relationship Type="http://schemas.openxmlformats.org/officeDocument/2006/relationships/notesSlide" Target="/ppt/notesSlides/notesSlide2.xml" Id="Rb6bbdb2f209e44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2bbd469f67d4a74" /><Relationship Type="http://schemas.openxmlformats.org/officeDocument/2006/relationships/image" Target="/ppt/media/image.png" Id="Rdf0a78b57bf348d4" /><Relationship Type="http://schemas.openxmlformats.org/officeDocument/2006/relationships/image" Target="/ppt/media/image9.png" Id="R1a389566e89e49c8" /><Relationship Type="http://schemas.openxmlformats.org/officeDocument/2006/relationships/image" Target="/ppt/media/image10.png" Id="Ra1a1dc60943f4f88" /><Relationship Type="http://schemas.openxmlformats.org/officeDocument/2006/relationships/image" Target="/ppt/media/image3.png" Id="Ra0906ba6d25a4ef5" /><Relationship Type="http://schemas.openxmlformats.org/officeDocument/2006/relationships/image" Target="/ppt/media/image.jpeg" Id="R48a396ac82134e1a" /><Relationship Type="http://schemas.openxmlformats.org/officeDocument/2006/relationships/notesSlide" Target="/ppt/notesSlides/notesSlide3.xml" Id="R92c223269f274fc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bc28f78ddfc4075" /><Relationship Type="http://schemas.openxmlformats.org/officeDocument/2006/relationships/image" Target="/ppt/media/image.png" Id="Rfee0b4292c4c4d64" /><Relationship Type="http://schemas.openxmlformats.org/officeDocument/2006/relationships/image" Target="/ppt/media/image11.png" Id="R0b2a563dba29436a" /><Relationship Type="http://schemas.openxmlformats.org/officeDocument/2006/relationships/image" Target="/ppt/media/image12.png" Id="R001a07f41e294a77" /><Relationship Type="http://schemas.openxmlformats.org/officeDocument/2006/relationships/image" Target="/ppt/media/image13.png" Id="Rcbc69f6004194e33" /><Relationship Type="http://schemas.openxmlformats.org/officeDocument/2006/relationships/image" Target="/ppt/media/image14.png" Id="Reb3c44d08c394c05" /><Relationship Type="http://schemas.openxmlformats.org/officeDocument/2006/relationships/image" Target="/ppt/media/image15.png" Id="R7650c61aac4d4a2d" /><Relationship Type="http://schemas.openxmlformats.org/officeDocument/2006/relationships/image" Target="/ppt/media/image16.png" Id="Rabee799b8f5e4f70" /><Relationship Type="http://schemas.openxmlformats.org/officeDocument/2006/relationships/image" Target="/ppt/media/image17.png" Id="Rea3df35b5b2448b6" /><Relationship Type="http://schemas.openxmlformats.org/officeDocument/2006/relationships/image" Target="/ppt/media/image18.png" Id="Rd1e8db98a9474304" /><Relationship Type="http://schemas.openxmlformats.org/officeDocument/2006/relationships/image" Target="/ppt/media/image19.png" Id="R67fc300a706c4ac5" /><Relationship Type="http://schemas.openxmlformats.org/officeDocument/2006/relationships/image" Target="/ppt/media/image8.png" Id="R35272905c75e4bdd" /><Relationship Type="http://schemas.openxmlformats.org/officeDocument/2006/relationships/image" Target="/ppt/media/image3.png" Id="Raa5d09900a9040fa" /><Relationship Type="http://schemas.openxmlformats.org/officeDocument/2006/relationships/notesSlide" Target="/ppt/notesSlides/notesSlide4.xml" Id="R29c5f1c55d40431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1c7b7522d764c97" /><Relationship Type="http://schemas.openxmlformats.org/officeDocument/2006/relationships/image" Target="/ppt/media/image.png" Id="R3bd3063c0c564754" /><Relationship Type="http://schemas.openxmlformats.org/officeDocument/2006/relationships/image" Target="/ppt/media/image9.png" Id="R72dfa1f1da754f7b" /><Relationship Type="http://schemas.openxmlformats.org/officeDocument/2006/relationships/image" Target="/ppt/media/image10.png" Id="R1a73b53025ef4aca" /><Relationship Type="http://schemas.openxmlformats.org/officeDocument/2006/relationships/image" Target="/ppt/media/image3.png" Id="Rf8092a07638e43b8" /><Relationship Type="http://schemas.openxmlformats.org/officeDocument/2006/relationships/image" Target="/ppt/media/image20.png" Id="Rf8359ddeb40c4978" /><Relationship Type="http://schemas.openxmlformats.org/officeDocument/2006/relationships/notesSlide" Target="/ppt/notesSlides/notesSlide5.xml" Id="R2a0c063a28674c9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711e7a9de934a25" /><Relationship Type="http://schemas.openxmlformats.org/officeDocument/2006/relationships/image" Target="/ppt/media/image.png" Id="Rb2f228fced4a4ed0" /><Relationship Type="http://schemas.openxmlformats.org/officeDocument/2006/relationships/image" Target="/ppt/media/image9.png" Id="R2552214f16fd4e2a" /><Relationship Type="http://schemas.openxmlformats.org/officeDocument/2006/relationships/image" Target="/ppt/media/image10.png" Id="Rb97908705d22429e" /><Relationship Type="http://schemas.openxmlformats.org/officeDocument/2006/relationships/image" Target="/ppt/media/image3.png" Id="Rddc080fd7480410d" /><Relationship Type="http://schemas.openxmlformats.org/officeDocument/2006/relationships/image" Target="/ppt/media/image21.png" Id="Rffb9d4c3f0164a96" /><Relationship Type="http://schemas.openxmlformats.org/officeDocument/2006/relationships/notesSlide" Target="/ppt/notesSlides/notesSlide6.xml" Id="Reee0c0ae8e224b3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cda49f2b66e470d" /><Relationship Type="http://schemas.openxmlformats.org/officeDocument/2006/relationships/image" Target="/ppt/media/image.png" Id="R092117d80e8444c9" /><Relationship Type="http://schemas.openxmlformats.org/officeDocument/2006/relationships/image" Target="/ppt/media/image9.png" Id="Rb8f925e6b0c14549" /><Relationship Type="http://schemas.openxmlformats.org/officeDocument/2006/relationships/image" Target="/ppt/media/image10.png" Id="R48acc3e1391544ec" /><Relationship Type="http://schemas.openxmlformats.org/officeDocument/2006/relationships/image" Target="/ppt/media/image3.png" Id="Rd5346535958c454f" /><Relationship Type="http://schemas.openxmlformats.org/officeDocument/2006/relationships/image" Target="/ppt/media/image22.png" Id="R1f14050f21b240a7" /><Relationship Type="http://schemas.openxmlformats.org/officeDocument/2006/relationships/notesSlide" Target="/ppt/notesSlides/notesSlide7.xml" Id="R15a43a8dadcc4ef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c1633e631f14121" /><Relationship Type="http://schemas.openxmlformats.org/officeDocument/2006/relationships/image" Target="/ppt/media/image.png" Id="R41c5a65338654a78" /><Relationship Type="http://schemas.openxmlformats.org/officeDocument/2006/relationships/image" Target="/ppt/media/image4.png" Id="R62e01045cfbf4e1d" /><Relationship Type="http://schemas.openxmlformats.org/officeDocument/2006/relationships/image" Target="/ppt/media/image5.png" Id="Rd9d6b50d47bf40b8" /><Relationship Type="http://schemas.openxmlformats.org/officeDocument/2006/relationships/image" Target="/ppt/media/image6.png" Id="Ra774ad328dcc43fd" /><Relationship Type="http://schemas.openxmlformats.org/officeDocument/2006/relationships/image" Target="/ppt/media/image7.png" Id="R07caee2a710e441c" /><Relationship Type="http://schemas.openxmlformats.org/officeDocument/2006/relationships/image" Target="/ppt/media/image8.png" Id="Rc78d46166f63490f" /><Relationship Type="http://schemas.openxmlformats.org/officeDocument/2006/relationships/image" Target="/ppt/media/image3.png" Id="R9e344196d8284e30" /><Relationship Type="http://schemas.openxmlformats.org/officeDocument/2006/relationships/notesSlide" Target="/ppt/notesSlides/notesSlide8.xml" Id="Rabd9d5db6d1c41f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ef3863e688947d4" /><Relationship Type="http://schemas.openxmlformats.org/officeDocument/2006/relationships/image" Target="/ppt/media/image.png" Id="R5ab2594bd0954ea0" /><Relationship Type="http://schemas.openxmlformats.org/officeDocument/2006/relationships/image" Target="/ppt/media/image9.png" Id="Ra979f6d3f56a49b4" /><Relationship Type="http://schemas.openxmlformats.org/officeDocument/2006/relationships/image" Target="/ppt/media/image10.png" Id="R0e83d265309a4ce1" /><Relationship Type="http://schemas.openxmlformats.org/officeDocument/2006/relationships/image" Target="/ppt/media/image3.png" Id="R25c2fa652dd148b1" /><Relationship Type="http://schemas.openxmlformats.org/officeDocument/2006/relationships/image" Target="/ppt/media/image23.png" Id="R0dcdd339a6fd455b" /><Relationship Type="http://schemas.openxmlformats.org/officeDocument/2006/relationships/notesSlide" Target="/ppt/notesSlides/notesSlide9.xml" Id="R68de798ecdde420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50a7cb440714cb3" /><Relationship Type="http://schemas.openxmlformats.org/officeDocument/2006/relationships/image" Target="/ppt/media/image.png" Id="R63f1e94996654ecd" /><Relationship Type="http://schemas.openxmlformats.org/officeDocument/2006/relationships/image" Target="/ppt/media/image4.png" Id="R10f57b7503c54e0f" /><Relationship Type="http://schemas.openxmlformats.org/officeDocument/2006/relationships/image" Target="/ppt/media/image5.png" Id="R2b2d173cc8324556" /><Relationship Type="http://schemas.openxmlformats.org/officeDocument/2006/relationships/image" Target="/ppt/media/image6.png" Id="Ra0457c1aaaed4bab" /><Relationship Type="http://schemas.openxmlformats.org/officeDocument/2006/relationships/image" Target="/ppt/media/image7.png" Id="Rdbf71491cf8949fc" /><Relationship Type="http://schemas.openxmlformats.org/officeDocument/2006/relationships/image" Target="/ppt/media/image8.png" Id="Rf992c9bad1c54533" /><Relationship Type="http://schemas.openxmlformats.org/officeDocument/2006/relationships/image" Target="/ppt/media/image3.png" Id="Re92d25da8a70469c" /><Relationship Type="http://schemas.openxmlformats.org/officeDocument/2006/relationships/notesSlide" Target="/ppt/notesSlides/notesSlide10.xml" Id="Rc038034af51e491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e79a3c6261d4be5" /><Relationship Type="http://schemas.openxmlformats.org/officeDocument/2006/relationships/image" Target="/ppt/media/image.png" Id="Re26657b55a964aaf" /><Relationship Type="http://schemas.openxmlformats.org/officeDocument/2006/relationships/image" Target="/ppt/media/image11.png" Id="R6484631e017b4eb6" /><Relationship Type="http://schemas.openxmlformats.org/officeDocument/2006/relationships/image" Target="/ppt/media/image12.png" Id="R61f87ffc6ac54f48" /><Relationship Type="http://schemas.openxmlformats.org/officeDocument/2006/relationships/image" Target="/ppt/media/image13.png" Id="Rb39544b6383349a4" /><Relationship Type="http://schemas.openxmlformats.org/officeDocument/2006/relationships/image" Target="/ppt/media/image14.png" Id="R6818206f62124950" /><Relationship Type="http://schemas.openxmlformats.org/officeDocument/2006/relationships/image" Target="/ppt/media/image15.png" Id="R66cf2ea5d3804071" /><Relationship Type="http://schemas.openxmlformats.org/officeDocument/2006/relationships/image" Target="/ppt/media/image16.png" Id="R86db5a6cd7bc4886" /><Relationship Type="http://schemas.openxmlformats.org/officeDocument/2006/relationships/image" Target="/ppt/media/image17.png" Id="R24153c5b4b6f4761" /><Relationship Type="http://schemas.openxmlformats.org/officeDocument/2006/relationships/image" Target="/ppt/media/image18.png" Id="Rec93f1cbd9654d15" /><Relationship Type="http://schemas.openxmlformats.org/officeDocument/2006/relationships/image" Target="/ppt/media/image19.png" Id="Rfb03725c6bbe449e" /><Relationship Type="http://schemas.openxmlformats.org/officeDocument/2006/relationships/image" Target="/ppt/media/image8.png" Id="Rb5b48e9d018d4e30" /><Relationship Type="http://schemas.openxmlformats.org/officeDocument/2006/relationships/image" Target="/ppt/media/image3.png" Id="Rb3173056dd744a89" /><Relationship Type="http://schemas.openxmlformats.org/officeDocument/2006/relationships/notesSlide" Target="/ppt/notesSlides/notesSlide11.xml" Id="Rb13071d8f86f4bb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3bbac1b5db64a71" /><Relationship Type="http://schemas.openxmlformats.org/officeDocument/2006/relationships/image" Target="/ppt/media/image.png" Id="Rb3bd8608cfa04a3e" /><Relationship Type="http://schemas.openxmlformats.org/officeDocument/2006/relationships/image" Target="/ppt/media/image9.png" Id="Rffa394fdcdd04270" /><Relationship Type="http://schemas.openxmlformats.org/officeDocument/2006/relationships/image" Target="/ppt/media/image10.png" Id="Ra2106c707405498e" /><Relationship Type="http://schemas.openxmlformats.org/officeDocument/2006/relationships/image" Target="/ppt/media/image3.png" Id="Rf7d2d1731a2d4eb2" /><Relationship Type="http://schemas.openxmlformats.org/officeDocument/2006/relationships/image" Target="/ppt/media/image24.png" Id="R7b945ba0233d46e8" /><Relationship Type="http://schemas.openxmlformats.org/officeDocument/2006/relationships/notesSlide" Target="/ppt/notesSlides/notesSlide12.xml" Id="R4ca6d30ae3034a3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62d644cda944487" /><Relationship Type="http://schemas.openxmlformats.org/officeDocument/2006/relationships/image" Target="/ppt/media/image.png" Id="R45dd0a843aad44e4" /><Relationship Type="http://schemas.openxmlformats.org/officeDocument/2006/relationships/image" Target="/ppt/media/image25.png" Id="Rc28c34a9f900464c" /><Relationship Type="http://schemas.openxmlformats.org/officeDocument/2006/relationships/image" Target="/ppt/media/image26.png" Id="Rbac52dbaa0c34108" /><Relationship Type="http://schemas.openxmlformats.org/officeDocument/2006/relationships/image" Target="/ppt/media/image27.png" Id="R0323d409b8274104" /><Relationship Type="http://schemas.openxmlformats.org/officeDocument/2006/relationships/image" Target="/ppt/media/image28.png" Id="R7b0cb47f0be945eb" /><Relationship Type="http://schemas.openxmlformats.org/officeDocument/2006/relationships/image" Target="/ppt/media/image29.png" Id="R9a2bb6ce7fd84594" /><Relationship Type="http://schemas.openxmlformats.org/officeDocument/2006/relationships/image" Target="/ppt/media/image30.png" Id="R79e545ec4ebe4ddf" /><Relationship Type="http://schemas.openxmlformats.org/officeDocument/2006/relationships/image" Target="/ppt/media/image3.png" Id="R1ce2f3e9d95d4b17" /><Relationship Type="http://schemas.openxmlformats.org/officeDocument/2006/relationships/notesSlide" Target="/ppt/notesSlides/notesSlide13.xml" Id="Ra30fdd276baa467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a859f33c3f2455e" /><Relationship Type="http://schemas.openxmlformats.org/officeDocument/2006/relationships/image" Target="/ppt/media/image.png" Id="Rb751bac12c374a90" /><Relationship Type="http://schemas.openxmlformats.org/officeDocument/2006/relationships/image" Target="/ppt/media/image25.png" Id="Rb6b67d077e7342cc" /><Relationship Type="http://schemas.openxmlformats.org/officeDocument/2006/relationships/image" Target="/ppt/media/image26.png" Id="R4d9bc85e1067461e" /><Relationship Type="http://schemas.openxmlformats.org/officeDocument/2006/relationships/image" Target="/ppt/media/image27.png" Id="R072f41fce8174310" /><Relationship Type="http://schemas.openxmlformats.org/officeDocument/2006/relationships/image" Target="/ppt/media/image28.png" Id="Rc5c85e8780254a76" /><Relationship Type="http://schemas.openxmlformats.org/officeDocument/2006/relationships/image" Target="/ppt/media/image29.png" Id="Rc4f5ee3924054b7c" /><Relationship Type="http://schemas.openxmlformats.org/officeDocument/2006/relationships/image" Target="/ppt/media/image30.png" Id="R6705f9b49e9946c6" /><Relationship Type="http://schemas.openxmlformats.org/officeDocument/2006/relationships/image" Target="/ppt/media/image3.png" Id="Re5f7c9d74b7c4f5a" /><Relationship Type="http://schemas.openxmlformats.org/officeDocument/2006/relationships/notesSlide" Target="/ppt/notesSlides/notesSlide14.xml" Id="R943cd2eab92c427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7fb13cd1d9f44ff" /><Relationship Type="http://schemas.openxmlformats.org/officeDocument/2006/relationships/image" Target="/ppt/media/image.png" Id="Rb98f31dc04ce4844" /><Relationship Type="http://schemas.openxmlformats.org/officeDocument/2006/relationships/image" Target="/ppt/media/image11.png" Id="Rddca1455604b41a4" /><Relationship Type="http://schemas.openxmlformats.org/officeDocument/2006/relationships/image" Target="/ppt/media/image12.png" Id="Red510bd4812a4734" /><Relationship Type="http://schemas.openxmlformats.org/officeDocument/2006/relationships/image" Target="/ppt/media/image13.png" Id="R946a51f22597403e" /><Relationship Type="http://schemas.openxmlformats.org/officeDocument/2006/relationships/image" Target="/ppt/media/image14.png" Id="Rbf5a0e291f9f485f" /><Relationship Type="http://schemas.openxmlformats.org/officeDocument/2006/relationships/image" Target="/ppt/media/image15.png" Id="R12263eb1e4f34412" /><Relationship Type="http://schemas.openxmlformats.org/officeDocument/2006/relationships/image" Target="/ppt/media/image16.png" Id="Re647e792b5ee4b5c" /><Relationship Type="http://schemas.openxmlformats.org/officeDocument/2006/relationships/image" Target="/ppt/media/image17.png" Id="R808b4f88451149a6" /><Relationship Type="http://schemas.openxmlformats.org/officeDocument/2006/relationships/image" Target="/ppt/media/image18.png" Id="Re77a5c6dbff54646" /><Relationship Type="http://schemas.openxmlformats.org/officeDocument/2006/relationships/image" Target="/ppt/media/image19.png" Id="R1e8f81ac70e44f45" /><Relationship Type="http://schemas.openxmlformats.org/officeDocument/2006/relationships/image" Target="/ppt/media/image8.png" Id="R30696cc1ebe64dfd" /><Relationship Type="http://schemas.openxmlformats.org/officeDocument/2006/relationships/image" Target="/ppt/media/image3.png" Id="Reb948bbf0a614fc4" /><Relationship Type="http://schemas.openxmlformats.org/officeDocument/2006/relationships/notesSlide" Target="/ppt/notesSlides/notesSlide15.xml" Id="Rf0e829356dda4b0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163de8f2087407a" /><Relationship Type="http://schemas.openxmlformats.org/officeDocument/2006/relationships/image" Target="/ppt/media/image.png" Id="Rf56af93be425463a" /><Relationship Type="http://schemas.openxmlformats.org/officeDocument/2006/relationships/image" Target="/ppt/media/image4.png" Id="R2bf2d98aeedd4026" /><Relationship Type="http://schemas.openxmlformats.org/officeDocument/2006/relationships/image" Target="/ppt/media/image5.png" Id="R49a356b6b1c74785" /><Relationship Type="http://schemas.openxmlformats.org/officeDocument/2006/relationships/image" Target="/ppt/media/image6.png" Id="Raed3e27fc88d470c" /><Relationship Type="http://schemas.openxmlformats.org/officeDocument/2006/relationships/image" Target="/ppt/media/image7.png" Id="R04f4439a1b0c4670" /><Relationship Type="http://schemas.openxmlformats.org/officeDocument/2006/relationships/image" Target="/ppt/media/image8.png" Id="Rb990dea38733424f" /><Relationship Type="http://schemas.openxmlformats.org/officeDocument/2006/relationships/image" Target="/ppt/media/image3.png" Id="R1a4fe62203c54db7" /><Relationship Type="http://schemas.openxmlformats.org/officeDocument/2006/relationships/notesSlide" Target="/ppt/notesSlides/notesSlide16.xml" Id="Ra237a0089f3c4cf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5062426944b45ef" /><Relationship Type="http://schemas.openxmlformats.org/officeDocument/2006/relationships/image" Target="/ppt/media/image.png" Id="Rf01de827588e4578" /><Relationship Type="http://schemas.openxmlformats.org/officeDocument/2006/relationships/image" Target="/ppt/media/image2.png" Id="R30a2d75d070944ac" /><Relationship Type="http://schemas.openxmlformats.org/officeDocument/2006/relationships/image" Target="/ppt/media/image3.png" Id="Rd1c9e32067244622" /><Relationship Type="http://schemas.openxmlformats.org/officeDocument/2006/relationships/notesSlide" Target="/ppt/notesSlides/notesSlide17.xml" Id="R201fa1567fe24df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9e66ab2446d46ba" /><Relationship Type="http://schemas.openxmlformats.org/officeDocument/2006/relationships/image" Target="/ppt/media/image.png" Id="Rc9006cc38f91455a" /><Relationship Type="http://schemas.openxmlformats.org/officeDocument/2006/relationships/image" Target="/ppt/media/image4.png" Id="Reede291b42fc4b30" /><Relationship Type="http://schemas.openxmlformats.org/officeDocument/2006/relationships/image" Target="/ppt/media/image5.png" Id="R4d35fb77ac3e4b67" /><Relationship Type="http://schemas.openxmlformats.org/officeDocument/2006/relationships/image" Target="/ppt/media/image6.png" Id="R5a7f01b535224acd" /><Relationship Type="http://schemas.openxmlformats.org/officeDocument/2006/relationships/image" Target="/ppt/media/image7.png" Id="R84690cdf359b4ba4" /><Relationship Type="http://schemas.openxmlformats.org/officeDocument/2006/relationships/image" Target="/ppt/media/image8.png" Id="Raf778cd9128e4e43" /><Relationship Type="http://schemas.openxmlformats.org/officeDocument/2006/relationships/image" Target="/ppt/media/image3.png" Id="Re85d684e7b0a4355" /><Relationship Type="http://schemas.openxmlformats.org/officeDocument/2006/relationships/notesSlide" Target="/ppt/notesSlides/notesSlide18.xml" Id="R186e6d07b263487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7242ad8e650402b" /><Relationship Type="http://schemas.openxmlformats.org/officeDocument/2006/relationships/image" Target="/ppt/media/image.png" Id="R2de17d9f8c324c98" /><Relationship Type="http://schemas.openxmlformats.org/officeDocument/2006/relationships/image" Target="/ppt/media/image4.png" Id="R4bd76d129c8c4830" /><Relationship Type="http://schemas.openxmlformats.org/officeDocument/2006/relationships/image" Target="/ppt/media/image5.png" Id="Rc357ec9cb4b847cf" /><Relationship Type="http://schemas.openxmlformats.org/officeDocument/2006/relationships/image" Target="/ppt/media/image6.png" Id="R2db97fac4d654f53" /><Relationship Type="http://schemas.openxmlformats.org/officeDocument/2006/relationships/image" Target="/ppt/media/image7.png" Id="R7f96dc0af89e490d" /><Relationship Type="http://schemas.openxmlformats.org/officeDocument/2006/relationships/image" Target="/ppt/media/image8.png" Id="R770f565031374427" /><Relationship Type="http://schemas.openxmlformats.org/officeDocument/2006/relationships/image" Target="/ppt/media/image3.png" Id="R9e6bcccef41346a1" /><Relationship Type="http://schemas.openxmlformats.org/officeDocument/2006/relationships/notesSlide" Target="/ppt/notesSlides/notesSlide19.xml" Id="Rbc8797ce3dcc4be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40ae7e0d2148a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189690c3ff428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57425" y="2931765"/>
            <a:ext cx="7677150" cy="2476351"/>
          </a:xfrm>
          <a:prstGeom xmlns:a="http://schemas.openxmlformats.org/drawingml/2006/main" prst="rect">
            <a:avLst/>
          </a:prstGeom>
        </p:spPr>
      </p:pic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E5B0209-27D0-4ADE-B922-21B66194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1449883"/>
            <a:ext cx="11601450" cy="6796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5280"/>
              </a:lnSpc>
              <a:buNone/>
            </a:pPr>
            <a:r>
              <a:rPr sz="4800" b="1" i="0" u="none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SVAN 971 Proje</a:t>
            </a:r>
            <a:r>
              <a:rPr sz="4800" b="1" i="0" u="none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4800" b="1" i="0" u="none">
                <a:solidFill>
                  <a:srgbClr val="0891B2"/>
                </a:solidFill>
                <a:latin typeface="Montserrat"/>
                <a:ea typeface="Montserrat"/>
                <a:cs typeface="Montserrat"/>
              </a:rPr>
              <a:t>Raporu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D6CA037-7BB4-402B-ADBC-41742CA67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7040"/>
            <a:ext cx="67056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 i="0" u="none">
                <a:solidFill>
                  <a:srgbClr val="0891B2"/>
                </a:solidFill>
                <a:latin typeface="Inter SemiBold"/>
                <a:ea typeface="Inter SemiBold"/>
                <a:cs typeface="Inter SemiBold"/>
              </a:rPr>
              <a:t>ÇALIŞILAN PROJE / MODÜL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A59763C-6904-40F1-8BEA-5F5A3FFA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55640"/>
            <a:ext cx="6705600" cy="3398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79"/>
              </a:lnSpc>
              <a:buNone/>
            </a:pPr>
            <a:r>
              <a:rPr sz="1800" b="0" i="0" u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</a:rPr>
              <a:t>Uzaktan Kontrollü Güvenli Akustik Kayıt ve Analiz Sistemi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A85F71E-05A1-40C0-9C54-3943671E3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964185"/>
            <a:ext cx="67056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 i="0" u="none">
                <a:solidFill>
                  <a:srgbClr val="0891B2"/>
                </a:solidFill>
                <a:latin typeface="Inter SemiBold"/>
                <a:ea typeface="Inter SemiBold"/>
                <a:cs typeface="Inter SemiBold"/>
              </a:rPr>
              <a:t>TARİH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C7F52E6-B4F0-4B8A-8F0A-7319E33B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192785"/>
            <a:ext cx="6705600" cy="2573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350" b="0" i="0" u="none">
                <a:solidFill>
                  <a:srgbClr val="334155"/>
                </a:solidFill>
                <a:latin typeface="Inter"/>
                <a:ea typeface="Inter"/>
                <a:cs typeface="Inter"/>
              </a:rPr>
              <a:t>22 Temmuz 2026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5E160FA-6360-44CD-A5BF-E9A2C07A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609951"/>
            <a:ext cx="67056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 i="0" u="none">
                <a:solidFill>
                  <a:srgbClr val="0891B2"/>
                </a:solidFill>
                <a:latin typeface="Inter SemiBold"/>
                <a:ea typeface="Inter SemiBold"/>
                <a:cs typeface="Inter SemiBold"/>
              </a:rPr>
              <a:t>TEMEL HEDEF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DBAFE17-96C7-4BD3-9C56-2FA126F9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838551"/>
            <a:ext cx="6705600" cy="2573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350" b="0" i="0" u="none">
                <a:solidFill>
                  <a:srgbClr val="334155"/>
                </a:solidFill>
                <a:latin typeface="Inter"/>
                <a:ea typeface="Inter"/>
                <a:cs typeface="Inter"/>
              </a:rPr>
              <a:t>SVAN 971 verisini edge cihazda işleyip güvenli biçimde merkezi panele aktarmak.</a:t>
            </a:r>
          </a:p>
        </p:txBody>
      </p:sp>
      <p:sp>
        <p:nvSpPr>
          <p:cNvPr id="12" name="Freeform 30">
            <a:extLst xmlns:a="http://schemas.openxmlformats.org/drawingml/2006/main">
              <a:ext uri="{FF2B5EF4-FFF2-40B4-BE49-F238E27FC236}">
                <a16:creationId xmlns:a16="http://schemas.microsoft.com/office/drawing/2014/main" id="{9A5AE834-F954-0AC4-8F02-2A1F4A42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6314" y="6153716"/>
            <a:ext cx="1700411" cy="559010"/>
          </a:xfrm>
          <a:custGeom xmlns:a="http://schemas.openxmlformats.org/drawingml/2006/main">
            <a:rect l="l" t="t" r="r" b="b"/>
            <a:pathLst>
              <a:path w="1700411" h="559010">
                <a:moveTo>
                  <a:pt x="0" y="0"/>
                </a:moveTo>
                <a:lnTo>
                  <a:pt x="1700411" y="0"/>
                </a:lnTo>
                <a:lnTo>
                  <a:pt x="1700411" y="559011"/>
                </a:lnTo>
                <a:lnTo>
                  <a:pt x="0" y="55901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a0c154e7ee843fb"/>
            <a:stretch>
              <a:fillRect l="0" t="0" r="0" b="0"/>
            </a:stretch>
          </a:blipFill>
        </p:spPr>
      </p:sp>
    </p:spTree>
    <p:extLst>
      <p:ext uri="{BB962C8B-B14F-4D97-AF65-F5344CB8AC3E}">
        <p14:creationId xmlns:p14="http://schemas.microsoft.com/office/powerpoint/2010/main" val="158855669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4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9afdfd8f0e4f4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45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3dc2901f2d48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736526"/>
            <a:ext cx="5286375" cy="4442221"/>
          </a:xfrm>
          <a:prstGeom xmlns:a="http://schemas.openxmlformats.org/drawingml/2006/main" prst="rect">
            <a:avLst/>
          </a:prstGeom>
        </p:spPr>
      </p:pic>
      <p:pic>
        <p:nvPicPr>
          <p:cNvPr id="46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1d8d75ebf341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34125" y="1736526"/>
            <a:ext cx="5286375" cy="4442221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90AF322-7B9B-489C-A600-0E0FD8BCA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1601450" cy="5078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300" b="1" i="0" u="none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Projenin amacı ve kapsamı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0EAF0F9-B50B-442C-9803-C446EC43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287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DDAA30B-9137-461A-B38B-4D27548F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127051"/>
            <a:ext cx="4730591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2385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 i="0" u="none">
                <a:solidFill>
                  <a:srgbClr val="0891B2"/>
                </a:solidFill>
                <a:latin typeface="Montserrat SemiBold"/>
                <a:ea typeface="Montserrat SemiBold"/>
                <a:cs typeface="Montserrat SemiBold"/>
              </a:rPr>
              <a:t>Temel İş Paketleri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B273614-6D6A-4806-B613-77E6DC45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27051"/>
            <a:ext cx="4730591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2385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 i="0" u="none">
                <a:solidFill>
                  <a:srgbClr val="0891B2"/>
                </a:solidFill>
                <a:latin typeface="Montserrat SemiBold"/>
                <a:ea typeface="Montserrat SemiBold"/>
                <a:cs typeface="Montserrat SemiBold"/>
              </a:rPr>
              <a:t>Araçlar ve Teknolojiler</a:t>
            </a:r>
          </a:p>
        </p:txBody>
      </p:sp>
      <p:pic>
        <p:nvPicPr>
          <p:cNvPr id="51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f80c3b147d46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2025" y="2146101"/>
            <a:ext cx="228600" cy="228600"/>
          </a:xfrm>
          <a:prstGeom xmlns:a="http://schemas.openxmlformats.org/drawingml/2006/main" prst="rect">
            <a:avLst/>
          </a:prstGeom>
        </p:spPr>
      </p:pic>
      <p:pic>
        <p:nvPicPr>
          <p:cNvPr id="52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6982c210e1499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4650" y="2146101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6B80FE1-149D-488B-A0E9-7FE397FE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41401"/>
            <a:ext cx="4171950" cy="2573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350" b="1" i="0" u="none">
                <a:solidFill>
                  <a:srgbClr val="0F172A"/>
                </a:solidFill>
                <a:latin typeface="Inter"/>
                <a:ea typeface="Inter"/>
                <a:cs typeface="Inter"/>
              </a:rPr>
              <a:t>İş 1: SVAN 971 kontrolü ve kayıt alma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EF2440D-F94F-4C84-AE52-FFD7C80D9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80482"/>
            <a:ext cx="4171950" cy="2573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3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İş 2: .SVL’den WAV ve CSV üretimi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A2EE2419-B466-4C91-B508-22535F8A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19562"/>
            <a:ext cx="4171950" cy="2573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350" b="1" i="0" u="none">
                <a:solidFill>
                  <a:srgbClr val="0F172A"/>
                </a:solidFill>
                <a:latin typeface="Inter"/>
                <a:ea typeface="Inter"/>
                <a:cs typeface="Inter"/>
              </a:rPr>
              <a:t>İş 3: Web paneli ve canlı izleme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A5398DD1-240B-49DE-AD17-842B9F81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58642"/>
            <a:ext cx="4171950" cy="2573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350" b="1" i="0" u="none">
                <a:solidFill>
                  <a:srgbClr val="0F172A"/>
                </a:solidFill>
                <a:latin typeface="Inter"/>
                <a:ea typeface="Inter"/>
                <a:cs typeface="Inter"/>
              </a:rPr>
              <a:t>İş 4: Güvenli edge aktarımı ve veri bütünlüğü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4CA4FB1-73C5-43C2-841C-E9C83C787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641401"/>
            <a:ext cx="4171950" cy="2573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350" b="0" i="0" u="none">
                <a:solidFill>
                  <a:srgbClr val="334155"/>
                </a:solidFill>
                <a:latin typeface="Inter"/>
                <a:ea typeface="Inter"/>
                <a:cs typeface="Inter"/>
              </a:rPr>
              <a:t>Python, FastAPI, PyUSB / libusb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FDC5DF2D-7E5E-4104-930E-B018CAFA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106191"/>
            <a:ext cx="4171950" cy="2573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350" b="0" i="0" u="none">
                <a:solidFill>
                  <a:srgbClr val="334155"/>
                </a:solidFill>
                <a:latin typeface="Inter"/>
                <a:ea typeface="Inter"/>
                <a:cs typeface="Inter"/>
              </a:rPr>
              <a:t>React, Vite ve web audio bileşenleri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D4F3323E-F372-4FE4-B644-43F37D2F2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570982"/>
            <a:ext cx="4171950" cy="2573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350" b="0" i="0" u="none">
                <a:solidFill>
                  <a:srgbClr val="334155"/>
                </a:solidFill>
                <a:latin typeface="Inter"/>
                <a:ea typeface="Inter"/>
                <a:cs typeface="Inter"/>
              </a:rPr>
              <a:t>Merkezi kayıt indeksi ve şifreli arşiv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5D727654-7005-4DB7-842F-6B429894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310062"/>
            <a:ext cx="4171950" cy="2573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350" b="0" i="0" u="none">
                <a:solidFill>
                  <a:srgbClr val="334155"/>
                </a:solidFill>
                <a:latin typeface="Inter"/>
                <a:ea typeface="Inter"/>
                <a:cs typeface="Inter"/>
              </a:rPr>
              <a:t>Raspberry Pi, Linux ve USB bağlantısı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23D71D5E-59EA-4829-B9B8-D35B0B99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5049142"/>
            <a:ext cx="4171950" cy="2573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350" b="0" i="0" u="none">
                <a:solidFill>
                  <a:srgbClr val="334155"/>
                </a:solidFill>
                <a:latin typeface="Inter"/>
                <a:ea typeface="Inter"/>
                <a:cs typeface="Inter"/>
              </a:rPr>
              <a:t>Güvenli aktarım ve merkezi depolama</a:t>
            </a:r>
          </a:p>
        </p:txBody>
      </p:sp>
      <p:pic>
        <p:nvPicPr>
          <p:cNvPr id="62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4c128875424c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2025" y="2660451"/>
            <a:ext cx="114300" cy="200025"/>
          </a:xfrm>
          <a:prstGeom xmlns:a="http://schemas.openxmlformats.org/drawingml/2006/main" prst="rect">
            <a:avLst/>
          </a:prstGeom>
        </p:spPr>
      </p:pic>
      <p:pic>
        <p:nvPicPr>
          <p:cNvPr id="63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4c128875424c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2025" y="3399532"/>
            <a:ext cx="114300" cy="200025"/>
          </a:xfrm>
          <a:prstGeom xmlns:a="http://schemas.openxmlformats.org/drawingml/2006/main" prst="rect">
            <a:avLst/>
          </a:prstGeom>
        </p:spPr>
      </p:pic>
      <p:pic>
        <p:nvPicPr>
          <p:cNvPr id="64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4c128875424c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2025" y="4138612"/>
            <a:ext cx="114300" cy="200025"/>
          </a:xfrm>
          <a:prstGeom xmlns:a="http://schemas.openxmlformats.org/drawingml/2006/main" prst="rect">
            <a:avLst/>
          </a:prstGeom>
        </p:spPr>
      </p:pic>
      <p:pic>
        <p:nvPicPr>
          <p:cNvPr id="65" name="Picture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4c128875424c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2025" y="4877692"/>
            <a:ext cx="114300" cy="200025"/>
          </a:xfrm>
          <a:prstGeom xmlns:a="http://schemas.openxmlformats.org/drawingml/2006/main" prst="rect">
            <a:avLst/>
          </a:prstGeom>
        </p:spPr>
      </p:pic>
      <p:pic>
        <p:nvPicPr>
          <p:cNvPr id="66" name="Picture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4c128875424c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4650" y="2660451"/>
            <a:ext cx="114300" cy="200025"/>
          </a:xfrm>
          <a:prstGeom xmlns:a="http://schemas.openxmlformats.org/drawingml/2006/main" prst="rect">
            <a:avLst/>
          </a:prstGeom>
        </p:spPr>
      </p:pic>
      <p:pic>
        <p:nvPicPr>
          <p:cNvPr id="67" name="Pictur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4c128875424c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4650" y="3125241"/>
            <a:ext cx="114300" cy="200025"/>
          </a:xfrm>
          <a:prstGeom xmlns:a="http://schemas.openxmlformats.org/drawingml/2006/main" prst="rect">
            <a:avLst/>
          </a:prstGeom>
        </p:spPr>
      </p:pic>
      <p:pic>
        <p:nvPicPr>
          <p:cNvPr id="68" name="Pictur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4c128875424c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4650" y="3590032"/>
            <a:ext cx="114300" cy="200025"/>
          </a:xfrm>
          <a:prstGeom xmlns:a="http://schemas.openxmlformats.org/drawingml/2006/main" prst="rect">
            <a:avLst/>
          </a:prstGeom>
        </p:spPr>
      </p:pic>
      <p:pic>
        <p:nvPicPr>
          <p:cNvPr id="69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4c128875424c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4650" y="4329112"/>
            <a:ext cx="114300" cy="200025"/>
          </a:xfrm>
          <a:prstGeom xmlns:a="http://schemas.openxmlformats.org/drawingml/2006/main" prst="rect">
            <a:avLst/>
          </a:prstGeom>
        </p:spPr>
      </p:pic>
      <p:pic>
        <p:nvPicPr>
          <p:cNvPr id="70" name="Picture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4c128875424c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4650" y="5068192"/>
            <a:ext cx="114300" cy="200025"/>
          </a:xfrm>
          <a:prstGeom xmlns:a="http://schemas.openxmlformats.org/drawingml/2006/main" prst="rect">
            <a:avLst/>
          </a:prstGeom>
        </p:spPr>
      </p:pic>
      <p:sp>
        <p:nvSpPr>
          <p:cNvPr id="29" name="Freeform 30">
            <a:extLst xmlns:a="http://schemas.openxmlformats.org/drawingml/2006/main">
              <a:ext uri="{FF2B5EF4-FFF2-40B4-BE49-F238E27FC236}">
                <a16:creationId xmlns:a16="http://schemas.microsoft.com/office/drawing/2014/main" id="{6FE53ABB-5CD3-617B-073B-0FF9B84C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9505" y="6470021"/>
            <a:ext cx="841990" cy="276804"/>
          </a:xfrm>
          <a:custGeom xmlns:a="http://schemas.openxmlformats.org/drawingml/2006/main">
            <a:rect l="l" t="t" r="r" b="b"/>
            <a:pathLst>
              <a:path w="1700411" h="559010">
                <a:moveTo>
                  <a:pt x="0" y="0"/>
                </a:moveTo>
                <a:lnTo>
                  <a:pt x="1700411" y="0"/>
                </a:lnTo>
                <a:lnTo>
                  <a:pt x="1700411" y="559011"/>
                </a:lnTo>
                <a:lnTo>
                  <a:pt x="0" y="55901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7e86ca5212a48b3"/>
            <a:stretch>
              <a:fillRect l="0" t="0" r="0" b="0"/>
            </a:stretch>
          </a:blipFill>
        </p:spPr>
      </p:sp>
    </p:spTree>
    <p:extLst>
      <p:ext uri="{BB962C8B-B14F-4D97-AF65-F5344CB8AC3E}">
        <p14:creationId xmlns:p14="http://schemas.microsoft.com/office/powerpoint/2010/main" val="21149579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0a78b57bf348d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389566e89e49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34125" y="2052637"/>
            <a:ext cx="5286375" cy="3810000"/>
          </a:xfrm>
          <a:prstGeom xmlns:a="http://schemas.openxmlformats.org/drawingml/2006/main" prst="rect">
            <a:avLst/>
          </a:prstGeom>
        </p:spPr>
      </p:pic>
      <p:pic>
        <p:nvPicPr>
          <p:cNvPr id="20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a1dc60943f4f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906291"/>
            <a:ext cx="5095875" cy="1904702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06BF7D9-4689-49E5-A850-7172C9712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1601450" cy="5078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300" b="1" i="0" u="none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SVAN 971 özel bir entegrasyon gerektirdi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D89FFD8-24EA-4E10-9E20-C1A090B8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287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F287EFB-B7F5-44E1-88FA-0B0C9195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04280"/>
            <a:ext cx="5350668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 i="0" u="none">
                <a:solidFill>
                  <a:srgbClr val="0891B2"/>
                </a:solidFill>
                <a:latin typeface="Montserrat SemiBold"/>
                <a:ea typeface="Montserrat SemiBold"/>
                <a:cs typeface="Montserrat SemiBold"/>
              </a:rPr>
              <a:t>Standart bir ses kartı değildir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D036252-8926-446C-B8E8-1D8C9EFD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23380"/>
            <a:ext cx="5095875" cy="5394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350" b="0" i="0" u="none">
                <a:solidFill>
                  <a:srgbClr val="334155"/>
                </a:solidFill>
                <a:latin typeface="Inter"/>
                <a:ea typeface="Inter"/>
                <a:cs typeface="Inter"/>
              </a:rPr>
              <a:t>Cihaz doğrudan PCM veya seri port akışı sunmaz. Canlı sonuçlar USB komutlarıyla, kalıcı kayıt ise SD karttaki ikili .SVL dosyasıyla alınır.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D33A964-1477-4B83-96C6-690C941C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6791"/>
            <a:ext cx="4910613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 i="0" u="none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Temel sonuç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8EB8390-ED83-4F73-8F58-3B8152148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01591"/>
            <a:ext cx="4676775" cy="46705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20"/>
              </a:lnSpc>
              <a:buNone/>
            </a:pPr>
            <a:r>
              <a:rPr sz="1200" b="0" i="0" u="none">
                <a:solidFill>
                  <a:srgbClr val="334155"/>
                </a:solidFill>
                <a:latin typeface="Inter"/>
                <a:ea typeface="Inter"/>
                <a:cs typeface="Inter"/>
              </a:rPr>
              <a:t>Kontrol, ses kaydı, ölçüm sonuçları ve dosya yönetimi ayrı katmanlar olarak ele alındı; WAV ile akustik metrikler birbirinin yerine kullanılmadı.</a:t>
            </a:r>
          </a:p>
        </p:txBody>
      </p:sp>
      <p:sp>
        <p:nvSpPr>
          <p:cNvPr id="13" name="Freeform 30">
            <a:extLst xmlns:a="http://schemas.openxmlformats.org/drawingml/2006/main">
              <a:ext uri="{FF2B5EF4-FFF2-40B4-BE49-F238E27FC236}">
                <a16:creationId xmlns:a16="http://schemas.microsoft.com/office/drawing/2014/main" id="{9508F5CC-D4B9-3BA6-A12C-F40F94EF7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9505" y="6470021"/>
            <a:ext cx="841990" cy="276804"/>
          </a:xfrm>
          <a:custGeom xmlns:a="http://schemas.openxmlformats.org/drawingml/2006/main">
            <a:rect l="l" t="t" r="r" b="b"/>
            <a:pathLst>
              <a:path w="1700411" h="559010">
                <a:moveTo>
                  <a:pt x="0" y="0"/>
                </a:moveTo>
                <a:lnTo>
                  <a:pt x="1700411" y="0"/>
                </a:lnTo>
                <a:lnTo>
                  <a:pt x="1700411" y="559011"/>
                </a:lnTo>
                <a:lnTo>
                  <a:pt x="0" y="55901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0906ba6d25a4ef5"/>
            <a:stretch>
              <a:fillRect l="0" t="0" r="0" b="0"/>
            </a:stretch>
          </a:blipFill>
        </p:spPr>
      </p:sp>
      <p:pic>
        <p:nvPicPr>
          <p:cNvPr id="28" name="Final Visual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a396ac82134e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11108" y="2062162"/>
            <a:ext cx="2132409" cy="3790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08830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e0b4292c4c4d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44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2a563dba2943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129879"/>
            <a:ext cx="3492549" cy="3655516"/>
          </a:xfrm>
          <a:prstGeom xmlns:a="http://schemas.openxmlformats.org/drawingml/2006/main" prst="rect">
            <a:avLst/>
          </a:prstGeom>
        </p:spPr>
      </p:pic>
      <p:pic>
        <p:nvPicPr>
          <p:cNvPr id="45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1a07f41e294a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49799" y="2129879"/>
            <a:ext cx="3492549" cy="3655516"/>
          </a:xfrm>
          <a:prstGeom xmlns:a="http://schemas.openxmlformats.org/drawingml/2006/main" prst="rect">
            <a:avLst/>
          </a:prstGeom>
        </p:spPr>
      </p:pic>
      <p:pic>
        <p:nvPicPr>
          <p:cNvPr id="46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c69f6004194e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28099" y="2129879"/>
            <a:ext cx="3492549" cy="3655516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3B21742-EE7B-46ED-A0F6-5B495129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1601450" cy="5078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300" b="1" i="0" u="none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Geliştirme üç aşamada ilerledi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03C3E14-7657-451E-B350-3E199CA6A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287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813627A-331F-486C-AC8E-484A2FDE2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4" y="3938587"/>
            <a:ext cx="34735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0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3c44d08c394c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6775" y="2520404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391CFBE-38D3-4ED6-8AB9-84998A67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330029"/>
            <a:ext cx="2690336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 i="0" u="none">
                <a:solidFill>
                  <a:srgbClr val="0891B2"/>
                </a:solidFill>
                <a:latin typeface="Montserrat SemiBold"/>
                <a:ea typeface="Montserrat SemiBold"/>
                <a:cs typeface="Montserrat SemiBold"/>
              </a:rPr>
              <a:t>Araştırma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BC9EEF1-92A4-4042-9643-55BD87B7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749129"/>
            <a:ext cx="2901999" cy="1103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350" b="0" i="0" u="none">
                <a:solidFill>
                  <a:srgbClr val="334155"/>
                </a:solidFill>
                <a:latin typeface="Inter"/>
                <a:ea typeface="Inter"/>
                <a:cs typeface="Inter"/>
              </a:rPr>
              <a:t>Kılavuz, SvanPC++ ve örnek .SVL kayıtları karşılaştırıldı. Cihazın kontrol, logger ve Event Recording davranışları deneylerle doğrulandı.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4475B5A-F2AE-47E2-A615-90A89275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9324" y="3938587"/>
            <a:ext cx="34735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4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50c61aac4d4a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45074" y="2520404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0397809-151D-4A02-811C-918EFB5B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074" y="3330029"/>
            <a:ext cx="240030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 i="0" u="none">
                <a:solidFill>
                  <a:srgbClr val="0891B2"/>
                </a:solidFill>
                <a:latin typeface="Montserrat SemiBold"/>
                <a:ea typeface="Montserrat SemiBold"/>
                <a:cs typeface="Montserrat SemiBold"/>
              </a:rPr>
              <a:t>Uygulama Adımları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AD49E7AD-A7A6-46FF-9B45-32B7535C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7623" y="3938587"/>
            <a:ext cx="34735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7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ee799b8f5e4f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23374" y="2520404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0F5312C2-1B65-411B-957A-98B7B3E9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3374" y="3330029"/>
            <a:ext cx="1860232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 i="0" u="none">
                <a:solidFill>
                  <a:srgbClr val="0891B2"/>
                </a:solidFill>
                <a:latin typeface="Montserrat SemiBold"/>
                <a:ea typeface="Montserrat SemiBold"/>
                <a:cs typeface="Montserrat SemiBold"/>
              </a:rPr>
              <a:t>Mevcut Durum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9E5F4615-DACC-4934-8CC9-DE29650C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3374" y="3749129"/>
            <a:ext cx="2901999" cy="1103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350" b="0" i="0" u="none">
                <a:solidFill>
                  <a:srgbClr val="334155"/>
                </a:solidFill>
                <a:latin typeface="Inter"/>
                <a:ea typeface="Inter"/>
                <a:cs typeface="Inter"/>
              </a:rPr>
              <a:t>Manuel ve otomatik kayıt, dönüştürme, şifreli aktarım, merkezi depolama, oynatma ve grafikleme uçtan uca çalışır durumdadır.</a:t>
            </a:r>
          </a:p>
        </p:txBody>
      </p:sp>
      <p:pic>
        <p:nvPicPr>
          <p:cNvPr id="60" name="Pictur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3df35b5b2448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9175" y="2672804"/>
            <a:ext cx="266700" cy="266700"/>
          </a:xfrm>
          <a:prstGeom xmlns:a="http://schemas.openxmlformats.org/drawingml/2006/main" prst="rect">
            <a:avLst/>
          </a:prstGeom>
        </p:spPr>
      </p:pic>
      <p:pic>
        <p:nvPicPr>
          <p:cNvPr id="61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e8db98a94743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4137" y="2672804"/>
            <a:ext cx="333375" cy="266700"/>
          </a:xfrm>
          <a:prstGeom xmlns:a="http://schemas.openxmlformats.org/drawingml/2006/main" prst="rect">
            <a:avLst/>
          </a:prstGeom>
        </p:spPr>
      </p:pic>
      <p:pic>
        <p:nvPicPr>
          <p:cNvPr id="62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fc300a706c4a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56724" y="2672804"/>
            <a:ext cx="304800" cy="266700"/>
          </a:xfrm>
          <a:prstGeom xmlns:a="http://schemas.openxmlformats.org/drawingml/2006/main" prst="rect">
            <a:avLst/>
          </a:prstGeom>
        </p:spPr>
      </p:pic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6B867B06-E251-4A63-9A2F-6E0376CF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5574" y="3892004"/>
            <a:ext cx="2711499" cy="2112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125" b="1" i="0" u="none">
                <a:solidFill>
                  <a:srgbClr val="0F172A"/>
                </a:solidFill>
                <a:latin typeface="Inter"/>
                <a:ea typeface="Inter"/>
                <a:cs typeface="Inter"/>
              </a:rPr>
              <a:t>Adım 1: Cihazdan bağımsız web prototipi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282C9FC4-B490-44EF-A1AF-42CDF4CA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5574" y="4215854"/>
            <a:ext cx="2711499" cy="2112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125" b="1" i="0" u="none">
                <a:solidFill>
                  <a:srgbClr val="0F172A"/>
                </a:solidFill>
                <a:latin typeface="Inter"/>
                <a:ea typeface="Inter"/>
                <a:cs typeface="Inter"/>
              </a:rPr>
              <a:t>Adım 2: USB ve .SVL entegrasyonu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6F0812B2-FD97-4705-AA44-E34A5CFF1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5574" y="4768304"/>
            <a:ext cx="2711499" cy="2112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125" b="1" i="0" u="none">
                <a:solidFill>
                  <a:srgbClr val="0F172A"/>
                </a:solidFill>
                <a:latin typeface="Inter"/>
                <a:ea typeface="Inter"/>
                <a:cs typeface="Inter"/>
              </a:rPr>
              <a:t>Adım 3: Edge dağıtımı ve sağlamlaştırma</a:t>
            </a:r>
          </a:p>
        </p:txBody>
      </p:sp>
      <p:pic>
        <p:nvPicPr>
          <p:cNvPr id="66" name="Pictur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272905c75e4b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45074" y="3911054"/>
            <a:ext cx="114300" cy="200025"/>
          </a:xfrm>
          <a:prstGeom xmlns:a="http://schemas.openxmlformats.org/drawingml/2006/main" prst="rect">
            <a:avLst/>
          </a:prstGeom>
        </p:spPr>
      </p:pic>
      <p:pic>
        <p:nvPicPr>
          <p:cNvPr id="67" name="Pictur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272905c75e4b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45074" y="4234904"/>
            <a:ext cx="114300" cy="200025"/>
          </a:xfrm>
          <a:prstGeom xmlns:a="http://schemas.openxmlformats.org/drawingml/2006/main" prst="rect">
            <a:avLst/>
          </a:prstGeom>
        </p:spPr>
      </p:pic>
      <p:pic>
        <p:nvPicPr>
          <p:cNvPr id="68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272905c75e4b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45074" y="4787354"/>
            <a:ext cx="114300" cy="200025"/>
          </a:xfrm>
          <a:prstGeom xmlns:a="http://schemas.openxmlformats.org/drawingml/2006/main" prst="rect">
            <a:avLst/>
          </a:prstGeom>
        </p:spPr>
      </p:pic>
      <p:sp>
        <p:nvSpPr>
          <p:cNvPr id="29" name="Freeform 30">
            <a:extLst xmlns:a="http://schemas.openxmlformats.org/drawingml/2006/main">
              <a:ext uri="{FF2B5EF4-FFF2-40B4-BE49-F238E27FC236}">
                <a16:creationId xmlns:a16="http://schemas.microsoft.com/office/drawing/2014/main" id="{191099DF-F604-1556-921D-7D88D659F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9505" y="6470021"/>
            <a:ext cx="841990" cy="276804"/>
          </a:xfrm>
          <a:custGeom xmlns:a="http://schemas.openxmlformats.org/drawingml/2006/main">
            <a:rect l="l" t="t" r="r" b="b"/>
            <a:pathLst>
              <a:path w="1700411" h="559010">
                <a:moveTo>
                  <a:pt x="0" y="0"/>
                </a:moveTo>
                <a:lnTo>
                  <a:pt x="1700411" y="0"/>
                </a:lnTo>
                <a:lnTo>
                  <a:pt x="1700411" y="559011"/>
                </a:lnTo>
                <a:lnTo>
                  <a:pt x="0" y="55901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a5d09900a9040fa"/>
            <a:stretch>
              <a:fillRect l="0" t="0" r="0" b="0"/>
            </a:stretch>
          </a:blipFill>
        </p:spPr>
      </p:sp>
    </p:spTree>
    <p:extLst>
      <p:ext uri="{BB962C8B-B14F-4D97-AF65-F5344CB8AC3E}">
        <p14:creationId xmlns:p14="http://schemas.microsoft.com/office/powerpoint/2010/main" val="25820281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d3063c0c5647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dfa1f1da754f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34125" y="2052637"/>
            <a:ext cx="5286375" cy="3810000"/>
          </a:xfrm>
          <a:prstGeom xmlns:a="http://schemas.openxmlformats.org/drawingml/2006/main" prst="rect">
            <a:avLst/>
          </a:prstGeom>
        </p:spPr>
      </p:pic>
      <p:pic>
        <p:nvPicPr>
          <p:cNvPr id="20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73b53025ef4a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906291"/>
            <a:ext cx="5095875" cy="1904702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06BF7D9-4689-49E5-A850-7172C9712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1601450" cy="5078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300" b="1" i="0" u="none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Cihaz kontrolü doğrudan panelden sağlandı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D89FFD8-24EA-4E10-9E20-C1A090B8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287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F287EFB-B7F5-44E1-88FA-0B0C9195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04280"/>
            <a:ext cx="5350668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 i="0" u="none">
                <a:solidFill>
                  <a:srgbClr val="0891B2"/>
                </a:solidFill>
                <a:latin typeface="Montserrat SemiBold"/>
                <a:ea typeface="Montserrat SemiBold"/>
                <a:cs typeface="Montserrat SemiBold"/>
              </a:rPr>
              <a:t>USB üzerinden güvenilir kontrol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D036252-8926-446C-B8E8-1D8C9EFD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23380"/>
            <a:ext cx="5095875" cy="8215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350" b="0" i="0" u="none">
                <a:solidFill>
                  <a:srgbClr val="334155"/>
                </a:solidFill>
                <a:latin typeface="Inter"/>
                <a:ea typeface="Inter"/>
                <a:cs typeface="Inter"/>
              </a:rPr>
              <a:t>Başlatma, durdurma, durum okuma ve dosya işlemleri edge servis tarafından yönetildi. Eylem komutları ile bilgi sorguları farklı akışlarda işlendi.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D33A964-1477-4B83-96C6-690C941C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6791"/>
            <a:ext cx="4910613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 i="0" u="none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Kararlılık için tek bağlantı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8EB8390-ED83-4F73-8F58-3B8152148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01591"/>
            <a:ext cx="4676775" cy="46705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20"/>
              </a:lnSpc>
              <a:buNone/>
            </a:pPr>
            <a:r>
              <a:rPr sz="1200" b="0" i="0" u="none">
                <a:solidFill>
                  <a:srgbClr val="334155"/>
                </a:solidFill>
                <a:latin typeface="Inter"/>
                <a:ea typeface="Inter"/>
                <a:cs typeface="Inter"/>
              </a:rPr>
              <a:t>Cihaza tek bağlantı üzerinden sırayla erişildi. Böylece bağlantı çakışmaları, gereksiz beklemeler ve yarım kalan işlemler önlendi.</a:t>
            </a:r>
          </a:p>
        </p:txBody>
      </p:sp>
      <p:sp>
        <p:nvSpPr>
          <p:cNvPr id="13" name="Freeform 30">
            <a:extLst xmlns:a="http://schemas.openxmlformats.org/drawingml/2006/main">
              <a:ext uri="{FF2B5EF4-FFF2-40B4-BE49-F238E27FC236}">
                <a16:creationId xmlns:a16="http://schemas.microsoft.com/office/drawing/2014/main" id="{9508F5CC-D4B9-3BA6-A12C-F40F94EF7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9505" y="6470021"/>
            <a:ext cx="841990" cy="276804"/>
          </a:xfrm>
          <a:custGeom xmlns:a="http://schemas.openxmlformats.org/drawingml/2006/main">
            <a:rect l="l" t="t" r="r" b="b"/>
            <a:pathLst>
              <a:path w="1700411" h="559010">
                <a:moveTo>
                  <a:pt x="0" y="0"/>
                </a:moveTo>
                <a:lnTo>
                  <a:pt x="1700411" y="0"/>
                </a:lnTo>
                <a:lnTo>
                  <a:pt x="1700411" y="559011"/>
                </a:lnTo>
                <a:lnTo>
                  <a:pt x="0" y="55901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8092a07638e43b8"/>
            <a:stretch>
              <a:fillRect l="0" t="0" r="0" b="0"/>
            </a:stretch>
          </a:blipFill>
        </p:spPr>
      </p:sp>
      <p:pic>
        <p:nvPicPr>
          <p:cNvPr id="28" name="Final Visual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359ddeb40c49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0013" y="2062162"/>
            <a:ext cx="5054600" cy="3790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08830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f228fced4a4e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52214f16fd4e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34125" y="2052637"/>
            <a:ext cx="5286375" cy="3810000"/>
          </a:xfrm>
          <a:prstGeom xmlns:a="http://schemas.openxmlformats.org/drawingml/2006/main" prst="rect">
            <a:avLst/>
          </a:prstGeom>
        </p:spPr>
      </p:pic>
      <p:pic>
        <p:nvPicPr>
          <p:cNvPr id="20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7908705d22429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906291"/>
            <a:ext cx="5095875" cy="1904702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06BF7D9-4689-49E5-A850-7172C9712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1601450" cy="5078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300" b="1" i="0" u="none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.SVL ana veri kaynağı olarak korundu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D89FFD8-24EA-4E10-9E20-C1A090B8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287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F287EFB-B7F5-44E1-88FA-0B0C9195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04280"/>
            <a:ext cx="5350668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 i="0" u="none">
                <a:solidFill>
                  <a:srgbClr val="0891B2"/>
                </a:solidFill>
                <a:latin typeface="Montserrat SemiBold"/>
                <a:ea typeface="Montserrat SemiBold"/>
                <a:cs typeface="Montserrat SemiBold"/>
              </a:rPr>
              <a:t>.SVL → WAV + ölçüm CSV’si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D036252-8926-446C-B8E8-1D8C9EFD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23380"/>
            <a:ext cx="5095875" cy="5394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350" b="0" i="0" u="none">
                <a:solidFill>
                  <a:srgbClr val="334155"/>
                </a:solidFill>
                <a:latin typeface="Inter"/>
                <a:ea typeface="Inter"/>
                <a:cs typeface="Inter"/>
              </a:rPr>
              <a:t>Cihaz doğrudan kullanılabilir ses ve ölçüm dosyaları vermediği için .SVL içindeki ses ve ölçüm bölümleri kılavuza göre ayrıştırıldı.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D33A964-1477-4B83-96C6-690C941C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6791"/>
            <a:ext cx="4910613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 i="0" u="none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Neden ham .SVL saklanıyor?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8EB8390-ED83-4F73-8F58-3B8152148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01591"/>
            <a:ext cx="4676775" cy="46705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20"/>
              </a:lnSpc>
              <a:buNone/>
            </a:pPr>
            <a:r>
              <a:rPr sz="1200" b="0" i="0" u="none">
                <a:solidFill>
                  <a:srgbClr val="334155"/>
                </a:solidFill>
                <a:latin typeface="Inter"/>
                <a:ea typeface="Inter"/>
                <a:cs typeface="Inter"/>
              </a:rPr>
              <a:t>Kalibrasyon, profil ve tetik bilgileri özgün dosyada bulunur. WAV ve CSV yeniden üretilebilir; ham .SVL kaybolursa ölçümün bağlamı geri getirilemez.</a:t>
            </a:r>
          </a:p>
        </p:txBody>
      </p:sp>
      <p:sp>
        <p:nvSpPr>
          <p:cNvPr id="13" name="Freeform 30">
            <a:extLst xmlns:a="http://schemas.openxmlformats.org/drawingml/2006/main">
              <a:ext uri="{FF2B5EF4-FFF2-40B4-BE49-F238E27FC236}">
                <a16:creationId xmlns:a16="http://schemas.microsoft.com/office/drawing/2014/main" id="{9508F5CC-D4B9-3BA6-A12C-F40F94EF7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9505" y="6470021"/>
            <a:ext cx="841990" cy="276804"/>
          </a:xfrm>
          <a:custGeom xmlns:a="http://schemas.openxmlformats.org/drawingml/2006/main">
            <a:rect l="l" t="t" r="r" b="b"/>
            <a:pathLst>
              <a:path w="1700411" h="559010">
                <a:moveTo>
                  <a:pt x="0" y="0"/>
                </a:moveTo>
                <a:lnTo>
                  <a:pt x="1700411" y="0"/>
                </a:lnTo>
                <a:lnTo>
                  <a:pt x="1700411" y="559011"/>
                </a:lnTo>
                <a:lnTo>
                  <a:pt x="0" y="55901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dc080fd7480410d"/>
            <a:stretch>
              <a:fillRect l="0" t="0" r="0" b="0"/>
            </a:stretch>
          </a:blipFill>
        </p:spPr>
      </p:sp>
      <p:pic>
        <p:nvPicPr>
          <p:cNvPr id="28" name="Final Visual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b9d4c3f0164a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43650" y="2286438"/>
            <a:ext cx="5267325" cy="334239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08830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2117d80e8444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f925e6b0c145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34125" y="2052637"/>
            <a:ext cx="5286375" cy="3810000"/>
          </a:xfrm>
          <a:prstGeom xmlns:a="http://schemas.openxmlformats.org/drawingml/2006/main" prst="rect">
            <a:avLst/>
          </a:prstGeom>
        </p:spPr>
      </p:pic>
      <p:pic>
        <p:nvPicPr>
          <p:cNvPr id="20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acc3e1391544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906291"/>
            <a:ext cx="5095875" cy="1904702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06BF7D9-4689-49E5-A850-7172C9712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1601450" cy="5078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300" b="1" i="0" u="none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Edge ve merkez arasında veri akışı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D89FFD8-24EA-4E10-9E20-C1A090B8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287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F287EFB-B7F5-44E1-88FA-0B0C9195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04280"/>
            <a:ext cx="5350668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 i="0" u="none">
                <a:solidFill>
                  <a:srgbClr val="0891B2"/>
                </a:solidFill>
                <a:latin typeface="Montserrat SemiBold"/>
                <a:ea typeface="Montserrat SemiBold"/>
                <a:cs typeface="Montserrat SemiBold"/>
              </a:rPr>
              <a:t>Nihai sistem mimarisi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D036252-8926-446C-B8E8-1D8C9EFD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23380"/>
            <a:ext cx="5095875" cy="5394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350" b="0" i="0" u="none">
                <a:solidFill>
                  <a:srgbClr val="334155"/>
                </a:solidFill>
                <a:latin typeface="Inter"/>
                <a:ea typeface="Inter"/>
                <a:cs typeface="Inter"/>
              </a:rPr>
              <a:t>SVAN 971 ölçümü üretir; Raspberry Pi cihaz ve dosya işlerini yürütür; merkez şifreli kayıtları indeksler ve React paneline servis eder.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D33A964-1477-4B83-96C6-690C941C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6791"/>
            <a:ext cx="4910613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 i="0" u="none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Sorumluluk ayrımı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8EB8390-ED83-4F73-8F58-3B8152148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01591"/>
            <a:ext cx="4676775" cy="7107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20"/>
              </a:lnSpc>
              <a:buNone/>
            </a:pPr>
            <a:r>
              <a:rPr sz="1200" b="0" i="0" u="none">
                <a:solidFill>
                  <a:srgbClr val="334155"/>
                </a:solidFill>
                <a:latin typeface="Inter"/>
                <a:ea typeface="Inter"/>
                <a:cs typeface="Inter"/>
              </a:rPr>
              <a:t>Raspberry Pi cihazla haberleşme ve dosya hazırlama işlerini yürütür. Merkezi sistem kayıtları saklar ve kullanıcıların panele güvenli biçimde erişmesini sağlar.</a:t>
            </a:r>
          </a:p>
        </p:txBody>
      </p:sp>
      <p:sp>
        <p:nvSpPr>
          <p:cNvPr id="13" name="Freeform 30">
            <a:extLst xmlns:a="http://schemas.openxmlformats.org/drawingml/2006/main">
              <a:ext uri="{FF2B5EF4-FFF2-40B4-BE49-F238E27FC236}">
                <a16:creationId xmlns:a16="http://schemas.microsoft.com/office/drawing/2014/main" id="{9508F5CC-D4B9-3BA6-A12C-F40F94EF7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9505" y="6470021"/>
            <a:ext cx="841990" cy="276804"/>
          </a:xfrm>
          <a:custGeom xmlns:a="http://schemas.openxmlformats.org/drawingml/2006/main">
            <a:rect l="l" t="t" r="r" b="b"/>
            <a:pathLst>
              <a:path w="1700411" h="559010">
                <a:moveTo>
                  <a:pt x="0" y="0"/>
                </a:moveTo>
                <a:lnTo>
                  <a:pt x="1700411" y="0"/>
                </a:lnTo>
                <a:lnTo>
                  <a:pt x="1700411" y="559011"/>
                </a:lnTo>
                <a:lnTo>
                  <a:pt x="0" y="55901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5346535958c454f"/>
            <a:stretch>
              <a:fillRect l="0" t="0" r="0" b="0"/>
            </a:stretch>
          </a:blipFill>
        </p:spPr>
      </p:sp>
      <p:pic>
        <p:nvPicPr>
          <p:cNvPr id="28" name="Final Visual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14050f21b240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3500" y="3075079"/>
            <a:ext cx="5143500" cy="185084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08830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4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c5a65338654a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45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e01045cfbf4e1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736526"/>
            <a:ext cx="5286375" cy="4442221"/>
          </a:xfrm>
          <a:prstGeom xmlns:a="http://schemas.openxmlformats.org/drawingml/2006/main" prst="rect">
            <a:avLst/>
          </a:prstGeom>
        </p:spPr>
      </p:pic>
      <p:pic>
        <p:nvPicPr>
          <p:cNvPr id="46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d6b50d47bf40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34125" y="1736526"/>
            <a:ext cx="5286375" cy="4442221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90AF322-7B9B-489C-A600-0E0FD8BCA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1601450" cy="5078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300" b="1" i="0" u="none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Edge ve merkez katmanlarının görevleri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0EAF0F9-B50B-442C-9803-C446EC43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287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DDAA30B-9137-461A-B38B-4D27548F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127051"/>
            <a:ext cx="4730591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2385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 i="0" u="none">
                <a:solidFill>
                  <a:srgbClr val="0891B2"/>
                </a:solidFill>
                <a:latin typeface="Montserrat SemiBold"/>
                <a:ea typeface="Montserrat SemiBold"/>
                <a:cs typeface="Montserrat SemiBold"/>
              </a:rPr>
              <a:t>Raspberry Pi Edge Agent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B273614-6D6A-4806-B613-77E6DC45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27051"/>
            <a:ext cx="4730591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2385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 i="0" u="none">
                <a:solidFill>
                  <a:srgbClr val="0891B2"/>
                </a:solidFill>
                <a:latin typeface="Montserrat SemiBold"/>
                <a:ea typeface="Montserrat SemiBold"/>
                <a:cs typeface="Montserrat SemiBold"/>
              </a:rPr>
              <a:t>Merkezi Backend ve Panel</a:t>
            </a:r>
          </a:p>
        </p:txBody>
      </p:sp>
      <p:pic>
        <p:nvPicPr>
          <p:cNvPr id="51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74ad328dcc43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2025" y="2146101"/>
            <a:ext cx="228600" cy="228600"/>
          </a:xfrm>
          <a:prstGeom xmlns:a="http://schemas.openxmlformats.org/drawingml/2006/main" prst="rect">
            <a:avLst/>
          </a:prstGeom>
        </p:spPr>
      </p:pic>
      <p:pic>
        <p:nvPicPr>
          <p:cNvPr id="52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caee2a710e441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4650" y="2146101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6B80FE1-149D-488B-A0E9-7FE397FE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41401"/>
            <a:ext cx="4171950" cy="2573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350" b="1" i="0" u="none">
                <a:solidFill>
                  <a:srgbClr val="0F172A"/>
                </a:solidFill>
                <a:latin typeface="Inter"/>
                <a:ea typeface="Inter"/>
                <a:cs typeface="Inter"/>
              </a:rPr>
              <a:t>1. Cihazı kontrol eder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EF2440D-F94F-4C84-AE52-FFD7C80D9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80482"/>
            <a:ext cx="4171950" cy="2573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3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2. Kaydı cihazdan indirir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A2EE2419-B466-4C91-B508-22535F8A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19562"/>
            <a:ext cx="4171950" cy="2573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350" b="1" i="0" u="none">
                <a:solidFill>
                  <a:srgbClr val="0F172A"/>
                </a:solidFill>
                <a:latin typeface="Inter"/>
                <a:ea typeface="Inter"/>
                <a:cs typeface="Inter"/>
              </a:rPr>
              <a:t>3. WAV ve CSV çıktıları üretir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A5398DD1-240B-49DE-AD17-842B9F81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58642"/>
            <a:ext cx="4171950" cy="2573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350" b="1" i="0" u="none">
                <a:solidFill>
                  <a:srgbClr val="0F172A"/>
                </a:solidFill>
                <a:latin typeface="Inter"/>
                <a:ea typeface="Inter"/>
                <a:cs typeface="Inter"/>
              </a:rPr>
              <a:t>4. Dosyaları şifreleyip merkeze gönderir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4CA4FB1-73C5-43C2-841C-E9C83C787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641401"/>
            <a:ext cx="4171950" cy="2573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350" b="0" i="0" u="none">
                <a:solidFill>
                  <a:srgbClr val="334155"/>
                </a:solidFill>
                <a:latin typeface="Inter"/>
                <a:ea typeface="Inter"/>
                <a:cs typeface="Inter"/>
              </a:rPr>
              <a:t>Kayıtları güvenli biçimde saklar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FDC5DF2D-7E5E-4104-930E-B018CAFA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106191"/>
            <a:ext cx="4171950" cy="2573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350" b="0" i="0" u="none">
                <a:solidFill>
                  <a:srgbClr val="334155"/>
                </a:solidFill>
                <a:latin typeface="Inter"/>
                <a:ea typeface="Inter"/>
                <a:cs typeface="Inter"/>
              </a:rPr>
              <a:t>Kayıt bilgilerini düzenler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D4F3323E-F372-4FE4-B644-43F37D2F2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570982"/>
            <a:ext cx="4171950" cy="2573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350" b="0" i="0" u="none">
                <a:solidFill>
                  <a:srgbClr val="334155"/>
                </a:solidFill>
                <a:latin typeface="Inter"/>
                <a:ea typeface="Inter"/>
                <a:cs typeface="Inter"/>
              </a:rPr>
              <a:t>Ses ve grafikleri hazırlar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5D727654-7005-4DB7-842F-6B429894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310062"/>
            <a:ext cx="4171950" cy="2573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350" b="0" i="0" u="none">
                <a:solidFill>
                  <a:srgbClr val="334155"/>
                </a:solidFill>
                <a:latin typeface="Inter"/>
                <a:ea typeface="Inter"/>
                <a:cs typeface="Inter"/>
              </a:rPr>
              <a:t>Panel erişimini sağlar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23D71D5E-59EA-4829-B9B8-D35B0B99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5049142"/>
            <a:ext cx="4171950" cy="2573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350" b="0" i="0" u="none">
                <a:solidFill>
                  <a:srgbClr val="334155"/>
                </a:solidFill>
                <a:latin typeface="Inter"/>
                <a:ea typeface="Inter"/>
                <a:cs typeface="Inter"/>
              </a:rPr>
              <a:t>Arşivi gerektiğinde yeniden tarar</a:t>
            </a:r>
          </a:p>
        </p:txBody>
      </p:sp>
      <p:pic>
        <p:nvPicPr>
          <p:cNvPr id="62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8d46166f6349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2025" y="2660451"/>
            <a:ext cx="114300" cy="200025"/>
          </a:xfrm>
          <a:prstGeom xmlns:a="http://schemas.openxmlformats.org/drawingml/2006/main" prst="rect">
            <a:avLst/>
          </a:prstGeom>
        </p:spPr>
      </p:pic>
      <p:pic>
        <p:nvPicPr>
          <p:cNvPr id="63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8d46166f6349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2025" y="3399532"/>
            <a:ext cx="114300" cy="200025"/>
          </a:xfrm>
          <a:prstGeom xmlns:a="http://schemas.openxmlformats.org/drawingml/2006/main" prst="rect">
            <a:avLst/>
          </a:prstGeom>
        </p:spPr>
      </p:pic>
      <p:pic>
        <p:nvPicPr>
          <p:cNvPr id="64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8d46166f6349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2025" y="4138612"/>
            <a:ext cx="114300" cy="200025"/>
          </a:xfrm>
          <a:prstGeom xmlns:a="http://schemas.openxmlformats.org/drawingml/2006/main" prst="rect">
            <a:avLst/>
          </a:prstGeom>
        </p:spPr>
      </p:pic>
      <p:pic>
        <p:nvPicPr>
          <p:cNvPr id="65" name="Picture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8d46166f6349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2025" y="4877692"/>
            <a:ext cx="114300" cy="200025"/>
          </a:xfrm>
          <a:prstGeom xmlns:a="http://schemas.openxmlformats.org/drawingml/2006/main" prst="rect">
            <a:avLst/>
          </a:prstGeom>
        </p:spPr>
      </p:pic>
      <p:pic>
        <p:nvPicPr>
          <p:cNvPr id="66" name="Picture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8d46166f6349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4650" y="2660451"/>
            <a:ext cx="114300" cy="200025"/>
          </a:xfrm>
          <a:prstGeom xmlns:a="http://schemas.openxmlformats.org/drawingml/2006/main" prst="rect">
            <a:avLst/>
          </a:prstGeom>
        </p:spPr>
      </p:pic>
      <p:pic>
        <p:nvPicPr>
          <p:cNvPr id="67" name="Pictur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8d46166f6349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4650" y="3125241"/>
            <a:ext cx="114300" cy="200025"/>
          </a:xfrm>
          <a:prstGeom xmlns:a="http://schemas.openxmlformats.org/drawingml/2006/main" prst="rect">
            <a:avLst/>
          </a:prstGeom>
        </p:spPr>
      </p:pic>
      <p:pic>
        <p:nvPicPr>
          <p:cNvPr id="68" name="Pictur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8d46166f6349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4650" y="3590032"/>
            <a:ext cx="114300" cy="200025"/>
          </a:xfrm>
          <a:prstGeom xmlns:a="http://schemas.openxmlformats.org/drawingml/2006/main" prst="rect">
            <a:avLst/>
          </a:prstGeom>
        </p:spPr>
      </p:pic>
      <p:pic>
        <p:nvPicPr>
          <p:cNvPr id="69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8d46166f6349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4650" y="4329112"/>
            <a:ext cx="114300" cy="200025"/>
          </a:xfrm>
          <a:prstGeom xmlns:a="http://schemas.openxmlformats.org/drawingml/2006/main" prst="rect">
            <a:avLst/>
          </a:prstGeom>
        </p:spPr>
      </p:pic>
      <p:pic>
        <p:nvPicPr>
          <p:cNvPr id="70" name="Picture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8d46166f6349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4650" y="5068192"/>
            <a:ext cx="114300" cy="200025"/>
          </a:xfrm>
          <a:prstGeom xmlns:a="http://schemas.openxmlformats.org/drawingml/2006/main" prst="rect">
            <a:avLst/>
          </a:prstGeom>
        </p:spPr>
      </p:pic>
      <p:sp>
        <p:nvSpPr>
          <p:cNvPr id="29" name="Freeform 30">
            <a:extLst xmlns:a="http://schemas.openxmlformats.org/drawingml/2006/main">
              <a:ext uri="{FF2B5EF4-FFF2-40B4-BE49-F238E27FC236}">
                <a16:creationId xmlns:a16="http://schemas.microsoft.com/office/drawing/2014/main" id="{6FE53ABB-5CD3-617B-073B-0FF9B84C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9505" y="6470021"/>
            <a:ext cx="841990" cy="276804"/>
          </a:xfrm>
          <a:custGeom xmlns:a="http://schemas.openxmlformats.org/drawingml/2006/main">
            <a:rect l="l" t="t" r="r" b="b"/>
            <a:pathLst>
              <a:path w="1700411" h="559010">
                <a:moveTo>
                  <a:pt x="0" y="0"/>
                </a:moveTo>
                <a:lnTo>
                  <a:pt x="1700411" y="0"/>
                </a:lnTo>
                <a:lnTo>
                  <a:pt x="1700411" y="559011"/>
                </a:lnTo>
                <a:lnTo>
                  <a:pt x="0" y="55901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e344196d8284e30"/>
            <a:stretch>
              <a:fillRect l="0" t="0" r="0" b="0"/>
            </a:stretch>
          </a:blipFill>
        </p:spPr>
      </p:sp>
    </p:spTree>
    <p:extLst>
      <p:ext uri="{BB962C8B-B14F-4D97-AF65-F5344CB8AC3E}">
        <p14:creationId xmlns:p14="http://schemas.microsoft.com/office/powerpoint/2010/main" val="21149579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b2594bd0954e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79f6d3f56a49b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34125" y="2052637"/>
            <a:ext cx="5286375" cy="3810000"/>
          </a:xfrm>
          <a:prstGeom xmlns:a="http://schemas.openxmlformats.org/drawingml/2006/main" prst="rect">
            <a:avLst/>
          </a:prstGeom>
        </p:spPr>
      </p:pic>
      <p:pic>
        <p:nvPicPr>
          <p:cNvPr id="20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83d265309a4c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906291"/>
            <a:ext cx="5095875" cy="1904702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06BF7D9-4689-49E5-A850-7172C9712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1601450" cy="5078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300" b="1" i="0" u="none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Ses yükseldiğinde kayıt otomatik başlar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D89FFD8-24EA-4E10-9E20-C1A090B8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287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F287EFB-B7F5-44E1-88FA-0B0C9195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04280"/>
            <a:ext cx="5350668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 i="0" u="none">
                <a:solidFill>
                  <a:srgbClr val="0891B2"/>
                </a:solidFill>
                <a:latin typeface="Montserrat SemiBold"/>
                <a:ea typeface="Montserrat SemiBold"/>
                <a:cs typeface="Montserrat SemiBold"/>
              </a:rPr>
              <a:t>Eşik + kısa bekleme + sessizlik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D036252-8926-446C-B8E8-1D8C9EFD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23380"/>
            <a:ext cx="5095875" cy="5394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350" b="0" i="0" u="none">
                <a:solidFill>
                  <a:srgbClr val="334155"/>
                </a:solidFill>
                <a:latin typeface="Inter"/>
                <a:ea typeface="Inter"/>
                <a:cs typeface="Inter"/>
              </a:rPr>
              <a:t>Anlık ses seviyesi izlenir. Seviye belirlenen eşiği kısa süre boyunca aşarsa kayıt başlar; ortam tekrar sessiz kaldığında kayıt durur.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D33A964-1477-4B83-96C6-690C941C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6791"/>
            <a:ext cx="4910613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 i="0" u="none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Kayıtlar neden aralıklı?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8EB8390-ED83-4F73-8F58-3B8152148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01591"/>
            <a:ext cx="4676775" cy="46705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20"/>
              </a:lnSpc>
              <a:buNone/>
            </a:pPr>
            <a:r>
              <a:rPr sz="1200" b="0" i="0" u="none">
                <a:solidFill>
                  <a:srgbClr val="334155"/>
                </a:solidFill>
                <a:latin typeface="Inter"/>
                <a:ea typeface="Inter"/>
                <a:cs typeface="Inter"/>
              </a:rPr>
              <a:t>Bir kayıt indirilip aktarılırken yenisi başlatılmaz. İşlem tamamlanınca sistem otomatik olarak yeni olayı beklemeye geçer.</a:t>
            </a:r>
          </a:p>
        </p:txBody>
      </p:sp>
      <p:sp>
        <p:nvSpPr>
          <p:cNvPr id="13" name="Freeform 30">
            <a:extLst xmlns:a="http://schemas.openxmlformats.org/drawingml/2006/main">
              <a:ext uri="{FF2B5EF4-FFF2-40B4-BE49-F238E27FC236}">
                <a16:creationId xmlns:a16="http://schemas.microsoft.com/office/drawing/2014/main" id="{9508F5CC-D4B9-3BA6-A12C-F40F94EF7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9505" y="6470021"/>
            <a:ext cx="841990" cy="276804"/>
          </a:xfrm>
          <a:custGeom xmlns:a="http://schemas.openxmlformats.org/drawingml/2006/main">
            <a:rect l="l" t="t" r="r" b="b"/>
            <a:pathLst>
              <a:path w="1700411" h="559010">
                <a:moveTo>
                  <a:pt x="0" y="0"/>
                </a:moveTo>
                <a:lnTo>
                  <a:pt x="1700411" y="0"/>
                </a:lnTo>
                <a:lnTo>
                  <a:pt x="1700411" y="559011"/>
                </a:lnTo>
                <a:lnTo>
                  <a:pt x="0" y="55901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5c2fa652dd148b1"/>
            <a:stretch>
              <a:fillRect l="0" t="0" r="0" b="0"/>
            </a:stretch>
          </a:blipFill>
        </p:spPr>
      </p:sp>
      <p:pic>
        <p:nvPicPr>
          <p:cNvPr id="28" name="Final Visual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cdd339a6fd45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3500" y="3492625"/>
            <a:ext cx="5143500" cy="1015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08830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4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f1e94996654ec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45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f57b7503c54e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736526"/>
            <a:ext cx="5286375" cy="4442221"/>
          </a:xfrm>
          <a:prstGeom xmlns:a="http://schemas.openxmlformats.org/drawingml/2006/main" prst="rect">
            <a:avLst/>
          </a:prstGeom>
        </p:spPr>
      </p:pic>
      <p:pic>
        <p:nvPicPr>
          <p:cNvPr id="46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2d173cc8324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34125" y="1736526"/>
            <a:ext cx="5286375" cy="4442221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90AF322-7B9B-489C-A600-0E0FD8BCA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1601450" cy="5078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300" b="1" i="0" u="none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Olaydan önceki ses de kayda dahil edilir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0EAF0F9-B50B-442C-9803-C446EC43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287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DDAA30B-9137-461A-B38B-4D27548F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127051"/>
            <a:ext cx="4730591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2385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 i="0" u="none">
                <a:solidFill>
                  <a:srgbClr val="0891B2"/>
                </a:solidFill>
                <a:latin typeface="Montserrat SemiBold"/>
                <a:ea typeface="Montserrat SemiBold"/>
                <a:cs typeface="Montserrat SemiBold"/>
              </a:rPr>
              <a:t>Cihazdaki Ön Kayıt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B273614-6D6A-4806-B613-77E6DC45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27051"/>
            <a:ext cx="4730591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2385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 i="0" u="none">
                <a:solidFill>
                  <a:srgbClr val="0891B2"/>
                </a:solidFill>
                <a:latin typeface="Montserrat SemiBold"/>
                <a:ea typeface="Montserrat SemiBold"/>
                <a:cs typeface="Montserrat SemiBold"/>
              </a:rPr>
              <a:t>Edge Servisin Görevi</a:t>
            </a:r>
          </a:p>
        </p:txBody>
      </p:sp>
      <p:pic>
        <p:nvPicPr>
          <p:cNvPr id="51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457c1aaaed4b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2025" y="2146101"/>
            <a:ext cx="228600" cy="228600"/>
          </a:xfrm>
          <a:prstGeom xmlns:a="http://schemas.openxmlformats.org/drawingml/2006/main" prst="rect">
            <a:avLst/>
          </a:prstGeom>
        </p:spPr>
      </p:pic>
      <p:pic>
        <p:nvPicPr>
          <p:cNvPr id="52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f71491cf8949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4650" y="2146101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6B80FE1-149D-488B-A0E9-7FE397FE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41401"/>
            <a:ext cx="4171950" cy="2573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350" b="1" i="0" u="none">
                <a:solidFill>
                  <a:srgbClr val="0F172A"/>
                </a:solidFill>
                <a:latin typeface="Inter"/>
                <a:ea typeface="Inter"/>
                <a:cs typeface="Inter"/>
              </a:rPr>
              <a:t>1. Tetik öncesi sesi geçici bellekte tutar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EF2440D-F94F-4C84-AE52-FFD7C80D9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80482"/>
            <a:ext cx="4171950" cy="2573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3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2. Olay başlayınca önceki bölümle birleştirir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A2EE2419-B466-4C91-B508-22535F8A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19562"/>
            <a:ext cx="4171950" cy="2573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350" b="1" i="0" u="none">
                <a:solidFill>
                  <a:srgbClr val="0F172A"/>
                </a:solidFill>
                <a:latin typeface="Inter"/>
                <a:ea typeface="Inter"/>
                <a:cs typeface="Inter"/>
              </a:rPr>
              <a:t>3. Ölçüm ayarlarını kayıt boyunca korur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A5398DD1-240B-49DE-AD17-842B9F81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58642"/>
            <a:ext cx="4171950" cy="2573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350" b="1" i="0" u="none">
                <a:solidFill>
                  <a:srgbClr val="0F172A"/>
                </a:solidFill>
                <a:latin typeface="Inter"/>
                <a:ea typeface="Inter"/>
                <a:cs typeface="Inter"/>
              </a:rPr>
              <a:t>4. Otomatik kayıt profiline uygulanabilir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4CA4FB1-73C5-43C2-841C-E9C83C787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641401"/>
            <a:ext cx="4171950" cy="2573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350" b="0" i="0" u="none">
                <a:solidFill>
                  <a:srgbClr val="334155"/>
                </a:solidFill>
                <a:latin typeface="Inter"/>
                <a:ea typeface="Inter"/>
                <a:cs typeface="Inter"/>
              </a:rPr>
              <a:t>Anlık ses seviyesini izler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FDC5DF2D-7E5E-4104-930E-B018CAFA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106191"/>
            <a:ext cx="4171950" cy="2573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350" b="0" i="0" u="none">
                <a:solidFill>
                  <a:srgbClr val="334155"/>
                </a:solidFill>
                <a:latin typeface="Inter"/>
                <a:ea typeface="Inter"/>
                <a:cs typeface="Inter"/>
              </a:rPr>
              <a:t>Başlatma ve durdurma zamanını yönetir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D4F3323E-F372-4FE4-B644-43F37D2F2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570982"/>
            <a:ext cx="4171950" cy="2573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350" b="0" i="0" u="none">
                <a:solidFill>
                  <a:srgbClr val="334155"/>
                </a:solidFill>
                <a:latin typeface="Inter"/>
                <a:ea typeface="Inter"/>
                <a:cs typeface="Inter"/>
              </a:rPr>
              <a:t>Kaydı indirip çıktıları hazırlar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5D727654-7005-4DB7-842F-6B429894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310062"/>
            <a:ext cx="4171950" cy="2573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350" b="0" i="0" u="none">
                <a:solidFill>
                  <a:srgbClr val="334155"/>
                </a:solidFill>
                <a:latin typeface="Inter"/>
                <a:ea typeface="Inter"/>
                <a:cs typeface="Inter"/>
              </a:rPr>
              <a:t>İşlemin doğru tamamlandığını kontrol eder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23D71D5E-59EA-4829-B9B8-D35B0B99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5049142"/>
            <a:ext cx="4171950" cy="2573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350" b="0" i="0" u="none">
                <a:solidFill>
                  <a:srgbClr val="334155"/>
                </a:solidFill>
                <a:latin typeface="Inter"/>
                <a:ea typeface="Inter"/>
                <a:cs typeface="Inter"/>
              </a:rPr>
              <a:t>Sonraki kayıt için sistemi hazırlar</a:t>
            </a:r>
          </a:p>
        </p:txBody>
      </p:sp>
      <p:pic>
        <p:nvPicPr>
          <p:cNvPr id="62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92c9bad1c545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2025" y="2660451"/>
            <a:ext cx="114300" cy="200025"/>
          </a:xfrm>
          <a:prstGeom xmlns:a="http://schemas.openxmlformats.org/drawingml/2006/main" prst="rect">
            <a:avLst/>
          </a:prstGeom>
        </p:spPr>
      </p:pic>
      <p:pic>
        <p:nvPicPr>
          <p:cNvPr id="63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92c9bad1c545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2025" y="3399532"/>
            <a:ext cx="114300" cy="200025"/>
          </a:xfrm>
          <a:prstGeom xmlns:a="http://schemas.openxmlformats.org/drawingml/2006/main" prst="rect">
            <a:avLst/>
          </a:prstGeom>
        </p:spPr>
      </p:pic>
      <p:pic>
        <p:nvPicPr>
          <p:cNvPr id="64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92c9bad1c545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2025" y="4138612"/>
            <a:ext cx="114300" cy="200025"/>
          </a:xfrm>
          <a:prstGeom xmlns:a="http://schemas.openxmlformats.org/drawingml/2006/main" prst="rect">
            <a:avLst/>
          </a:prstGeom>
        </p:spPr>
      </p:pic>
      <p:pic>
        <p:nvPicPr>
          <p:cNvPr id="65" name="Picture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92c9bad1c545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2025" y="4877692"/>
            <a:ext cx="114300" cy="200025"/>
          </a:xfrm>
          <a:prstGeom xmlns:a="http://schemas.openxmlformats.org/drawingml/2006/main" prst="rect">
            <a:avLst/>
          </a:prstGeom>
        </p:spPr>
      </p:pic>
      <p:pic>
        <p:nvPicPr>
          <p:cNvPr id="66" name="Picture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92c9bad1c545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4650" y="2660451"/>
            <a:ext cx="114300" cy="200025"/>
          </a:xfrm>
          <a:prstGeom xmlns:a="http://schemas.openxmlformats.org/drawingml/2006/main" prst="rect">
            <a:avLst/>
          </a:prstGeom>
        </p:spPr>
      </p:pic>
      <p:pic>
        <p:nvPicPr>
          <p:cNvPr id="67" name="Pictur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92c9bad1c545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4650" y="3125241"/>
            <a:ext cx="114300" cy="200025"/>
          </a:xfrm>
          <a:prstGeom xmlns:a="http://schemas.openxmlformats.org/drawingml/2006/main" prst="rect">
            <a:avLst/>
          </a:prstGeom>
        </p:spPr>
      </p:pic>
      <p:pic>
        <p:nvPicPr>
          <p:cNvPr id="68" name="Pictur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92c9bad1c545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4650" y="3590032"/>
            <a:ext cx="114300" cy="200025"/>
          </a:xfrm>
          <a:prstGeom xmlns:a="http://schemas.openxmlformats.org/drawingml/2006/main" prst="rect">
            <a:avLst/>
          </a:prstGeom>
        </p:spPr>
      </p:pic>
      <p:pic>
        <p:nvPicPr>
          <p:cNvPr id="69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92c9bad1c545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4650" y="4329112"/>
            <a:ext cx="114300" cy="200025"/>
          </a:xfrm>
          <a:prstGeom xmlns:a="http://schemas.openxmlformats.org/drawingml/2006/main" prst="rect">
            <a:avLst/>
          </a:prstGeom>
        </p:spPr>
      </p:pic>
      <p:pic>
        <p:nvPicPr>
          <p:cNvPr id="70" name="Picture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92c9bad1c545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4650" y="5068192"/>
            <a:ext cx="114300" cy="200025"/>
          </a:xfrm>
          <a:prstGeom xmlns:a="http://schemas.openxmlformats.org/drawingml/2006/main" prst="rect">
            <a:avLst/>
          </a:prstGeom>
        </p:spPr>
      </p:pic>
      <p:sp>
        <p:nvSpPr>
          <p:cNvPr id="29" name="Freeform 30">
            <a:extLst xmlns:a="http://schemas.openxmlformats.org/drawingml/2006/main">
              <a:ext uri="{FF2B5EF4-FFF2-40B4-BE49-F238E27FC236}">
                <a16:creationId xmlns:a16="http://schemas.microsoft.com/office/drawing/2014/main" id="{6FE53ABB-5CD3-617B-073B-0FF9B84C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9505" y="6470021"/>
            <a:ext cx="841990" cy="276804"/>
          </a:xfrm>
          <a:custGeom xmlns:a="http://schemas.openxmlformats.org/drawingml/2006/main">
            <a:rect l="l" t="t" r="r" b="b"/>
            <a:pathLst>
              <a:path w="1700411" h="559010">
                <a:moveTo>
                  <a:pt x="0" y="0"/>
                </a:moveTo>
                <a:lnTo>
                  <a:pt x="1700411" y="0"/>
                </a:lnTo>
                <a:lnTo>
                  <a:pt x="1700411" y="559011"/>
                </a:lnTo>
                <a:lnTo>
                  <a:pt x="0" y="55901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92d25da8a70469c"/>
            <a:stretch>
              <a:fillRect l="0" t="0" r="0" b="0"/>
            </a:stretch>
          </a:blipFill>
        </p:spPr>
      </p:sp>
    </p:spTree>
    <p:extLst>
      <p:ext uri="{BB962C8B-B14F-4D97-AF65-F5344CB8AC3E}">
        <p14:creationId xmlns:p14="http://schemas.microsoft.com/office/powerpoint/2010/main" val="21149579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6657b55a964aa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44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84631e017b4e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129879"/>
            <a:ext cx="3492549" cy="3655516"/>
          </a:xfrm>
          <a:prstGeom xmlns:a="http://schemas.openxmlformats.org/drawingml/2006/main" prst="rect">
            <a:avLst/>
          </a:prstGeom>
        </p:spPr>
      </p:pic>
      <p:pic>
        <p:nvPicPr>
          <p:cNvPr id="45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f87ffc6ac54f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49799" y="2129879"/>
            <a:ext cx="3492549" cy="3655516"/>
          </a:xfrm>
          <a:prstGeom xmlns:a="http://schemas.openxmlformats.org/drawingml/2006/main" prst="rect">
            <a:avLst/>
          </a:prstGeom>
        </p:spPr>
      </p:pic>
      <p:pic>
        <p:nvPicPr>
          <p:cNvPr id="46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9544b6383349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28099" y="2129879"/>
            <a:ext cx="3492549" cy="3655516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3B21742-EE7B-46ED-A0F6-5B495129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1601450" cy="5078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300" b="1" i="0" u="none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Dosyalar şifrelenerek merkeze aktarıldı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03C3E14-7657-451E-B350-3E199CA6A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287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813627A-331F-486C-AC8E-484A2FDE2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4" y="3938587"/>
            <a:ext cx="34735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0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18206f621249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6775" y="2520404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391CFBE-38D3-4ED6-8AB9-84998A67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330029"/>
            <a:ext cx="2690336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 i="0" u="none">
                <a:solidFill>
                  <a:srgbClr val="0891B2"/>
                </a:solidFill>
                <a:latin typeface="Montserrat SemiBold"/>
                <a:ea typeface="Montserrat SemiBold"/>
                <a:cs typeface="Montserrat SemiBold"/>
              </a:rPr>
              <a:t>Edge’de Koruma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BC9EEF1-92A4-4042-9643-55BD87B7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749129"/>
            <a:ext cx="2901999" cy="1103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350" b="0" i="0" u="none">
                <a:solidFill>
                  <a:srgbClr val="334155"/>
                </a:solidFill>
                <a:latin typeface="Inter"/>
                <a:ea typeface="Inter"/>
                <a:cs typeface="Inter"/>
              </a:rPr>
              <a:t>Ham kayıt, ses ve ölçüm dosyaları Raspberry Pi üzerinde şifrelenir. Aktarım doğrulandıktan sonra geçici açık kopyalar temizlenir.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4475B5A-F2AE-47E2-A615-90A89275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9324" y="3938587"/>
            <a:ext cx="34735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4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cf2ea5d38040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45074" y="2520404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0397809-151D-4A02-811C-918EFB5B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074" y="3330029"/>
            <a:ext cx="240030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 i="0" u="none">
                <a:solidFill>
                  <a:srgbClr val="0891B2"/>
                </a:solidFill>
                <a:latin typeface="Montserrat SemiBold"/>
                <a:ea typeface="Montserrat SemiBold"/>
                <a:cs typeface="Montserrat SemiBold"/>
              </a:rPr>
              <a:t>Güvenli Aktarım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AD49E7AD-A7A6-46FF-9B45-32B7535C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7623" y="3938587"/>
            <a:ext cx="34735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7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db5a6cd7bc48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23374" y="2520404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0F5312C2-1B65-411B-957A-98B7B3E9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3374" y="3330029"/>
            <a:ext cx="1860232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 i="0" u="none">
                <a:solidFill>
                  <a:srgbClr val="0891B2"/>
                </a:solidFill>
                <a:latin typeface="Montserrat SemiBold"/>
                <a:ea typeface="Montserrat SemiBold"/>
                <a:cs typeface="Montserrat SemiBold"/>
              </a:rPr>
              <a:t>Merkezi Depo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9E5F4615-DACC-4934-8CC9-DE29650C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3374" y="3749129"/>
            <a:ext cx="2901999" cy="1103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350" b="0" i="0" u="none">
                <a:solidFill>
                  <a:srgbClr val="334155"/>
                </a:solidFill>
                <a:latin typeface="Inter"/>
                <a:ea typeface="Inter"/>
                <a:cs typeface="Inter"/>
              </a:rPr>
              <a:t>Merkez yalnızca şifreli kayıtları kalıcı olarak saklar. Ses oynatılırken veya grafik açılırken gerekli dosya geçici olarak hazırlanır.</a:t>
            </a:r>
          </a:p>
        </p:txBody>
      </p:sp>
      <p:pic>
        <p:nvPicPr>
          <p:cNvPr id="60" name="Pictur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153c5b4b6f47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9175" y="2672804"/>
            <a:ext cx="266700" cy="266700"/>
          </a:xfrm>
          <a:prstGeom xmlns:a="http://schemas.openxmlformats.org/drawingml/2006/main" prst="rect">
            <a:avLst/>
          </a:prstGeom>
        </p:spPr>
      </p:pic>
      <p:pic>
        <p:nvPicPr>
          <p:cNvPr id="61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93f1cbd9654d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4137" y="2672804"/>
            <a:ext cx="333375" cy="266700"/>
          </a:xfrm>
          <a:prstGeom xmlns:a="http://schemas.openxmlformats.org/drawingml/2006/main" prst="rect">
            <a:avLst/>
          </a:prstGeom>
        </p:spPr>
      </p:pic>
      <p:pic>
        <p:nvPicPr>
          <p:cNvPr id="62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03725c6bbe449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56724" y="2672804"/>
            <a:ext cx="304800" cy="266700"/>
          </a:xfrm>
          <a:prstGeom xmlns:a="http://schemas.openxmlformats.org/drawingml/2006/main" prst="rect">
            <a:avLst/>
          </a:prstGeom>
        </p:spPr>
      </p:pic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6B867B06-E251-4A63-9A2F-6E0376CF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5574" y="3892004"/>
            <a:ext cx="2711499" cy="2112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125" b="1" i="0" u="none">
                <a:solidFill>
                  <a:srgbClr val="0F172A"/>
                </a:solidFill>
                <a:latin typeface="Inter"/>
                <a:ea typeface="Inter"/>
                <a:cs typeface="Inter"/>
              </a:rPr>
              <a:t>Adım 1: Dosyaları şifrele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282C9FC4-B490-44EF-A1AF-42CDF4CA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5574" y="4215854"/>
            <a:ext cx="2711499" cy="2112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125" b="1" i="0" u="none">
                <a:solidFill>
                  <a:srgbClr val="0F172A"/>
                </a:solidFill>
                <a:latin typeface="Inter"/>
                <a:ea typeface="Inter"/>
                <a:cs typeface="Inter"/>
              </a:rPr>
              <a:t>Adım 2: Aktar; sorun olursa yeniden dene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6F0812B2-FD97-4705-AA44-E34A5CFF1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5574" y="4768304"/>
            <a:ext cx="2711499" cy="2112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125" b="1" i="0" u="none">
                <a:solidFill>
                  <a:srgbClr val="0F172A"/>
                </a:solidFill>
                <a:latin typeface="Inter"/>
                <a:ea typeface="Inter"/>
                <a:cs typeface="Inter"/>
              </a:rPr>
              <a:t>Adım 3: Dosyayı doğrula ve geçiciyi temizle</a:t>
            </a:r>
          </a:p>
        </p:txBody>
      </p:sp>
      <p:pic>
        <p:nvPicPr>
          <p:cNvPr id="66" name="Pictur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b48e9d018d4e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45074" y="3911054"/>
            <a:ext cx="114300" cy="200025"/>
          </a:xfrm>
          <a:prstGeom xmlns:a="http://schemas.openxmlformats.org/drawingml/2006/main" prst="rect">
            <a:avLst/>
          </a:prstGeom>
        </p:spPr>
      </p:pic>
      <p:pic>
        <p:nvPicPr>
          <p:cNvPr id="67" name="Pictur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b48e9d018d4e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45074" y="4234904"/>
            <a:ext cx="114300" cy="200025"/>
          </a:xfrm>
          <a:prstGeom xmlns:a="http://schemas.openxmlformats.org/drawingml/2006/main" prst="rect">
            <a:avLst/>
          </a:prstGeom>
        </p:spPr>
      </p:pic>
      <p:pic>
        <p:nvPicPr>
          <p:cNvPr id="68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b48e9d018d4e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45074" y="4787354"/>
            <a:ext cx="114300" cy="200025"/>
          </a:xfrm>
          <a:prstGeom xmlns:a="http://schemas.openxmlformats.org/drawingml/2006/main" prst="rect">
            <a:avLst/>
          </a:prstGeom>
        </p:spPr>
      </p:pic>
      <p:sp>
        <p:nvSpPr>
          <p:cNvPr id="29" name="Freeform 30">
            <a:extLst xmlns:a="http://schemas.openxmlformats.org/drawingml/2006/main">
              <a:ext uri="{FF2B5EF4-FFF2-40B4-BE49-F238E27FC236}">
                <a16:creationId xmlns:a16="http://schemas.microsoft.com/office/drawing/2014/main" id="{191099DF-F604-1556-921D-7D88D659F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9505" y="6470021"/>
            <a:ext cx="841990" cy="276804"/>
          </a:xfrm>
          <a:custGeom xmlns:a="http://schemas.openxmlformats.org/drawingml/2006/main">
            <a:rect l="l" t="t" r="r" b="b"/>
            <a:pathLst>
              <a:path w="1700411" h="559010">
                <a:moveTo>
                  <a:pt x="0" y="0"/>
                </a:moveTo>
                <a:lnTo>
                  <a:pt x="1700411" y="0"/>
                </a:lnTo>
                <a:lnTo>
                  <a:pt x="1700411" y="559011"/>
                </a:lnTo>
                <a:lnTo>
                  <a:pt x="0" y="55901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3173056dd744a89"/>
            <a:stretch>
              <a:fillRect l="0" t="0" r="0" b="0"/>
            </a:stretch>
          </a:blipFill>
        </p:spPr>
      </p:sp>
    </p:spTree>
    <p:extLst>
      <p:ext uri="{BB962C8B-B14F-4D97-AF65-F5344CB8AC3E}">
        <p14:creationId xmlns:p14="http://schemas.microsoft.com/office/powerpoint/2010/main" val="25820281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bd8608cfa04a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a394fdcdd042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34125" y="2052637"/>
            <a:ext cx="5286375" cy="3810000"/>
          </a:xfrm>
          <a:prstGeom xmlns:a="http://schemas.openxmlformats.org/drawingml/2006/main" prst="rect">
            <a:avLst/>
          </a:prstGeom>
        </p:spPr>
      </p:pic>
      <p:pic>
        <p:nvPicPr>
          <p:cNvPr id="20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106c707405498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906291"/>
            <a:ext cx="5095875" cy="1904702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06BF7D9-4689-49E5-A850-7172C9712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1601450" cy="5078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300" b="1" i="0" u="none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Panel ses ve ölçümü birlikte gösterir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D89FFD8-24EA-4E10-9E20-C1A090B8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287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F287EFB-B7F5-44E1-88FA-0B0C9195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04280"/>
            <a:ext cx="5350668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 i="0" u="none">
                <a:solidFill>
                  <a:srgbClr val="0891B2"/>
                </a:solidFill>
                <a:latin typeface="Montserrat SemiBold"/>
                <a:ea typeface="Montserrat SemiBold"/>
                <a:cs typeface="Montserrat SemiBold"/>
              </a:rPr>
              <a:t>Kayıt ve analiz ekranı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D036252-8926-446C-B8E8-1D8C9EFD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23380"/>
            <a:ext cx="5095875" cy="5394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350" b="0" i="0" u="none">
                <a:solidFill>
                  <a:srgbClr val="334155"/>
                </a:solidFill>
                <a:latin typeface="Inter"/>
                <a:ea typeface="Inter"/>
                <a:cs typeface="Inter"/>
              </a:rPr>
              <a:t>Kayıtlar klasör, etiket ve süre bilgileriyle listelenir. Ses dalga formu, oynatma, ölçüm grafikleri ve kayıt ayrıntıları aynı ekranda sunulur.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D33A964-1477-4B83-96C6-690C941C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6791"/>
            <a:ext cx="4910613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 i="0" u="none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Canlı izleme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8EB8390-ED83-4F73-8F58-3B8152148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01591"/>
            <a:ext cx="4676775" cy="46705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20"/>
              </a:lnSpc>
              <a:buNone/>
            </a:pPr>
            <a:r>
              <a:rPr sz="1200" b="0" i="0" u="none">
                <a:solidFill>
                  <a:srgbClr val="334155"/>
                </a:solidFill>
                <a:latin typeface="Inter"/>
                <a:ea typeface="Inter"/>
                <a:cs typeface="Inter"/>
              </a:rPr>
              <a:t>Anlık ses seviyesi, ortalama ve tepe değerleri tek ekranda izlenir. Eşik, bekleme ve kayıtlar arası süre ayarları aynı panelden yönetilir.</a:t>
            </a:r>
          </a:p>
        </p:txBody>
      </p:sp>
      <p:sp>
        <p:nvSpPr>
          <p:cNvPr id="13" name="Freeform 30">
            <a:extLst xmlns:a="http://schemas.openxmlformats.org/drawingml/2006/main">
              <a:ext uri="{FF2B5EF4-FFF2-40B4-BE49-F238E27FC236}">
                <a16:creationId xmlns:a16="http://schemas.microsoft.com/office/drawing/2014/main" id="{9508F5CC-D4B9-3BA6-A12C-F40F94EF7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9505" y="6470021"/>
            <a:ext cx="841990" cy="276804"/>
          </a:xfrm>
          <a:custGeom xmlns:a="http://schemas.openxmlformats.org/drawingml/2006/main">
            <a:rect l="l" t="t" r="r" b="b"/>
            <a:pathLst>
              <a:path w="1700411" h="559010">
                <a:moveTo>
                  <a:pt x="0" y="0"/>
                </a:moveTo>
                <a:lnTo>
                  <a:pt x="1700411" y="0"/>
                </a:lnTo>
                <a:lnTo>
                  <a:pt x="1700411" y="559011"/>
                </a:lnTo>
                <a:lnTo>
                  <a:pt x="0" y="55901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7d2d1731a2d4eb2"/>
            <a:stretch>
              <a:fillRect l="0" t="0" r="0" b="0"/>
            </a:stretch>
          </a:blipFill>
        </p:spPr>
      </p:sp>
      <p:pic>
        <p:nvPicPr>
          <p:cNvPr id="28" name="Final Visual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945ba0233d46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43650" y="2369117"/>
            <a:ext cx="5267325" cy="317703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08830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dd0a843aad44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72E5CC8-B75A-4F58-9463-645800F6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6962"/>
            <a:ext cx="11601450" cy="5078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300" b="1" i="0" u="none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İlk kritik engeller ve çözümleri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4E72E90-1AB3-468D-91FC-CAD6D10D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84187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A594B2B5-7D12-4160-AA32-9462089E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84237"/>
            <a:ext cx="11049000" cy="534679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graphicFrame>
        <p:nvGraphicFramePr>
          <p:cNvPr id="36" name="Table 5"/>
          <p:cNvGraphicFramePr/>
          <p:nvPr/>
        </p:nvGraphicFramePr>
        <p:xfrm>
          <a:off xmlns:a="http://schemas.openxmlformats.org/drawingml/2006/main" x="571500" y="1284237"/>
          <a:ext xmlns:a="http://schemas.openxmlformats.org/drawingml/2006/main" cx="11039473" cy="5346799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1723"/>
                <a:gridCol w="2759868"/>
                <a:gridCol w="4967882"/>
              </a:tblGrid>
              <a:tr h="133669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 i="0" u="none">
                          <a:solidFill>
                            <a:srgbClr val="0F172A"/>
                          </a:solidFill>
                          <a:latin typeface="Montserrat"/>
                          <a:ea typeface="Montserrat"/>
                          <a:cs typeface="Montserrat"/>
                        </a:rPr>
                        <a:t>Zorluk / Darboğaz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 i="0" u="none">
                          <a:solidFill>
                            <a:srgbClr val="0F172A"/>
                          </a:solidFill>
                          <a:latin typeface="Montserrat"/>
                          <a:ea typeface="Montserrat"/>
                          <a:cs typeface="Montserrat"/>
                        </a:rPr>
                        <a:t>Etkisi / Sonucu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 i="0" u="none">
                          <a:solidFill>
                            <a:srgbClr val="0F172A"/>
                          </a:solidFill>
                          <a:latin typeface="Montserrat"/>
                          <a:ea typeface="Montserrat"/>
                          <a:cs typeface="Montserrat"/>
                        </a:rPr>
                        <a:t>Uygulanan Çözüm ve Aksiyon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133669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</a:rPr>
                        <a:t>Cihaz doğrudan WAV/CSV vermiyor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</a:rPr>
                        <a:t>Ses ve ölçüm çıktısı panelde üretilemiyordu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</a:rPr>
                        <a:t>.SVL verisi dönüştürüldü; WAV ve ölçüm CSV’si üretildi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33669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</a:rPr>
                        <a:t>Kontrol komutları aynı davranmıyor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</a:rPr>
                        <a:t>Bazı işlemler cevap vermediği için gereksiz bekleme oluşuyordu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</a:rPr>
                        <a:t>Eylemler ve bilgi sorguları ayrı akışlarda yönetildi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1336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</a:rPr>
                        <a:t>Cihaz hakkında kaynak az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</a:rPr>
                        <a:t>Format ve komut davranışı ayrıca doğrulanmalıydı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</a:rPr>
                        <a:t>Kılavuz, SvanPC++ ve örnek .SVL dosyaları karşılaştırıldı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37C7D89-3F04-4AC9-B9A8-9DC658FC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" y="1879550"/>
            <a:ext cx="3311723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7AE77C1-0BC4-44F6-A3A7-3AC353A1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7985" y="1879550"/>
            <a:ext cx="275986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70E96A0-EE2F-4F28-8D47-F2C55BB01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854" y="1879550"/>
            <a:ext cx="496788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8972DCA-D600-413E-8DCF-774476F6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" y="3458616"/>
            <a:ext cx="3311723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B4F9AD4-6675-4638-BBFA-B3ED7DC1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7985" y="3458616"/>
            <a:ext cx="275986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A3E47BB-ED99-4A57-B9E2-B00AF1E7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854" y="3458616"/>
            <a:ext cx="496788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9CBBB13C-9013-4A98-B6C9-4FB8C62BB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" y="5037683"/>
            <a:ext cx="3311723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B8B1465-7126-4887-BFD1-D6C4AF521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7985" y="5037683"/>
            <a:ext cx="275986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E5EB2840-2C07-42B3-9980-36A3531B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854" y="5037683"/>
            <a:ext cx="496788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6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8c34a9f900464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" y="2221408"/>
            <a:ext cx="1343025" cy="289470"/>
          </a:xfrm>
          <a:prstGeom xmlns:a="http://schemas.openxmlformats.org/drawingml/2006/main" prst="rect">
            <a:avLst/>
          </a:prstGeom>
        </p:spPr>
      </p:pic>
      <p:pic>
        <p:nvPicPr>
          <p:cNvPr id="47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c52dbaa0c341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76454" y="2084337"/>
            <a:ext cx="714375" cy="289470"/>
          </a:xfrm>
          <a:prstGeom xmlns:a="http://schemas.openxmlformats.org/drawingml/2006/main" prst="rect">
            <a:avLst/>
          </a:prstGeom>
        </p:spPr>
      </p:pic>
      <p:pic>
        <p:nvPicPr>
          <p:cNvPr id="48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23d409b8274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" y="3663404"/>
            <a:ext cx="1457325" cy="289470"/>
          </a:xfrm>
          <a:prstGeom xmlns:a="http://schemas.openxmlformats.org/drawingml/2006/main" prst="rect">
            <a:avLst/>
          </a:prstGeom>
        </p:spPr>
      </p:pic>
      <p:pic>
        <p:nvPicPr>
          <p:cNvPr id="49" name="Pictur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0cb47f0be945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76454" y="3663404"/>
            <a:ext cx="714375" cy="289470"/>
          </a:xfrm>
          <a:prstGeom xmlns:a="http://schemas.openxmlformats.org/drawingml/2006/main" prst="rect">
            <a:avLst/>
          </a:prstGeom>
        </p:spPr>
      </p:pic>
      <p:pic>
        <p:nvPicPr>
          <p:cNvPr id="50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2bb6ce7fd845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" y="5242470"/>
            <a:ext cx="1247775" cy="289470"/>
          </a:xfrm>
          <a:prstGeom xmlns:a="http://schemas.openxmlformats.org/drawingml/2006/main" prst="rect">
            <a:avLst/>
          </a:prstGeom>
        </p:spPr>
      </p:pic>
      <p:pic>
        <p:nvPicPr>
          <p:cNvPr id="5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e545ec4ebe4d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76454" y="5242470"/>
            <a:ext cx="714375" cy="289470"/>
          </a:xfrm>
          <a:prstGeom xmlns:a="http://schemas.openxmlformats.org/drawingml/2006/main" prst="rect">
            <a:avLst/>
          </a:prstGeom>
        </p:spPr>
      </p:pic>
      <p:sp>
        <p:nvSpPr>
          <p:cNvPr id="23" name="Freeform 30">
            <a:extLst xmlns:a="http://schemas.openxmlformats.org/drawingml/2006/main">
              <a:ext uri="{FF2B5EF4-FFF2-40B4-BE49-F238E27FC236}">
                <a16:creationId xmlns:a16="http://schemas.microsoft.com/office/drawing/2014/main" id="{D8693067-4348-3684-5996-A1A14E29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9505" y="64979"/>
            <a:ext cx="841990" cy="276804"/>
          </a:xfrm>
          <a:custGeom xmlns:a="http://schemas.openxmlformats.org/drawingml/2006/main">
            <a:rect l="l" t="t" r="r" b="b"/>
            <a:pathLst>
              <a:path w="1700411" h="559010">
                <a:moveTo>
                  <a:pt x="0" y="0"/>
                </a:moveTo>
                <a:lnTo>
                  <a:pt x="1700411" y="0"/>
                </a:lnTo>
                <a:lnTo>
                  <a:pt x="1700411" y="559011"/>
                </a:lnTo>
                <a:lnTo>
                  <a:pt x="0" y="55901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ce2f3e9d95d4b17"/>
            <a:stretch>
              <a:fillRect l="0" t="0" r="0" b="0"/>
            </a:stretch>
          </a:blipFill>
        </p:spPr>
      </p:sp>
    </p:spTree>
    <p:extLst>
      <p:ext uri="{BB962C8B-B14F-4D97-AF65-F5344CB8AC3E}">
        <p14:creationId xmlns:p14="http://schemas.microsoft.com/office/powerpoint/2010/main" val="98571940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51bac12c374a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72E5CC8-B75A-4F58-9463-645800F6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6962"/>
            <a:ext cx="11601450" cy="5078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300" b="1" i="0" u="none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Otomasyon ve veri bütünlüğü sorunları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4E72E90-1AB3-468D-91FC-CAD6D10D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84187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A594B2B5-7D12-4160-AA32-9462089E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84237"/>
            <a:ext cx="11049000" cy="534679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graphicFrame>
        <p:nvGraphicFramePr>
          <p:cNvPr id="36" name="Table 5"/>
          <p:cNvGraphicFramePr/>
          <p:nvPr/>
        </p:nvGraphicFramePr>
        <p:xfrm>
          <a:off xmlns:a="http://schemas.openxmlformats.org/drawingml/2006/main" x="571500" y="1284237"/>
          <a:ext xmlns:a="http://schemas.openxmlformats.org/drawingml/2006/main" cx="11039473" cy="5346799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1723"/>
                <a:gridCol w="2759868"/>
                <a:gridCol w="4967882"/>
              </a:tblGrid>
              <a:tr h="133669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 i="0" u="none">
                          <a:solidFill>
                            <a:srgbClr val="0F172A"/>
                          </a:solidFill>
                          <a:latin typeface="Montserrat"/>
                          <a:ea typeface="Montserrat"/>
                          <a:cs typeface="Montserrat"/>
                        </a:rPr>
                        <a:t>Zorluk / Darboğaz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 i="0" u="none">
                          <a:solidFill>
                            <a:srgbClr val="0F172A"/>
                          </a:solidFill>
                          <a:latin typeface="Montserrat"/>
                          <a:ea typeface="Montserrat"/>
                          <a:cs typeface="Montserrat"/>
                        </a:rPr>
                        <a:t>Etkisi / Sonucu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 i="0" u="none">
                          <a:solidFill>
                            <a:srgbClr val="0F172A"/>
                          </a:solidFill>
                          <a:latin typeface="Montserrat"/>
                          <a:ea typeface="Montserrat"/>
                          <a:cs typeface="Montserrat"/>
                        </a:rPr>
                        <a:t>Uygulanan Çözüm ve Aksiyon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133669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</a:rPr>
                        <a:t>Ortalama ses seviyesi kısa olaylara geç tepki verdi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</a:rPr>
                        <a:t>Kısa olaylar zamanında tetiklenmiyordu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</a:rPr>
                        <a:t>Anlık ses seviyesi ve bekleme süreleri kullanıldı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33669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</a:rPr>
                        <a:t>Kayıt kapanırken yenisi başlayabiliyordu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</a:rPr>
                        <a:t>İndirme ve aktarım yeni kayıtla çakışabiliyordu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</a:rPr>
                        <a:t>Kayıtlar arasına bekleme süresi eklendi; sistem sonra yeniden hazırlandı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1336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</a:rPr>
                        <a:t>Dosyalar dururken indeks boşalabildi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</a:rPr>
                        <a:t>Panel kayıtları yokmuş gibi gösterdi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</a:rPr>
                        <a:t>Arşiv taraması, veri tabanı yedeği ve kayıt listesini yenileme eklendi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37C7D89-3F04-4AC9-B9A8-9DC658FC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" y="1879550"/>
            <a:ext cx="3311723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7AE77C1-0BC4-44F6-A3A7-3AC353A1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7985" y="1879550"/>
            <a:ext cx="275986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70E96A0-EE2F-4F28-8D47-F2C55BB01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854" y="1879550"/>
            <a:ext cx="496788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8972DCA-D600-413E-8DCF-774476F6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" y="3458616"/>
            <a:ext cx="3311723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B4F9AD4-6675-4638-BBFA-B3ED7DC1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7985" y="3458616"/>
            <a:ext cx="275986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A3E47BB-ED99-4A57-B9E2-B00AF1E7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854" y="3458616"/>
            <a:ext cx="496788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9CBBB13C-9013-4A98-B6C9-4FB8C62BB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" y="5037683"/>
            <a:ext cx="3311723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B8B1465-7126-4887-BFD1-D6C4AF521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7985" y="5037683"/>
            <a:ext cx="275986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E5EB2840-2C07-42B3-9980-36A3531B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854" y="5037683"/>
            <a:ext cx="496788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6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b67d077e7342c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" y="2221408"/>
            <a:ext cx="1343025" cy="289470"/>
          </a:xfrm>
          <a:prstGeom xmlns:a="http://schemas.openxmlformats.org/drawingml/2006/main" prst="rect">
            <a:avLst/>
          </a:prstGeom>
        </p:spPr>
      </p:pic>
      <p:pic>
        <p:nvPicPr>
          <p:cNvPr id="47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9bc85e106746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76454" y="2084337"/>
            <a:ext cx="714375" cy="289470"/>
          </a:xfrm>
          <a:prstGeom xmlns:a="http://schemas.openxmlformats.org/drawingml/2006/main" prst="rect">
            <a:avLst/>
          </a:prstGeom>
        </p:spPr>
      </p:pic>
      <p:pic>
        <p:nvPicPr>
          <p:cNvPr id="48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2f41fce81743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" y="3663404"/>
            <a:ext cx="1457325" cy="289470"/>
          </a:xfrm>
          <a:prstGeom xmlns:a="http://schemas.openxmlformats.org/drawingml/2006/main" prst="rect">
            <a:avLst/>
          </a:prstGeom>
        </p:spPr>
      </p:pic>
      <p:pic>
        <p:nvPicPr>
          <p:cNvPr id="49" name="Pictur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c85e8780254a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76454" y="3663404"/>
            <a:ext cx="714375" cy="289470"/>
          </a:xfrm>
          <a:prstGeom xmlns:a="http://schemas.openxmlformats.org/drawingml/2006/main" prst="rect">
            <a:avLst/>
          </a:prstGeom>
        </p:spPr>
      </p:pic>
      <p:pic>
        <p:nvPicPr>
          <p:cNvPr id="50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f5ee3924054b7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" y="5242470"/>
            <a:ext cx="1247775" cy="289470"/>
          </a:xfrm>
          <a:prstGeom xmlns:a="http://schemas.openxmlformats.org/drawingml/2006/main" prst="rect">
            <a:avLst/>
          </a:prstGeom>
        </p:spPr>
      </p:pic>
      <p:pic>
        <p:nvPicPr>
          <p:cNvPr id="5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05f9b49e9946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76454" y="5242470"/>
            <a:ext cx="714375" cy="289470"/>
          </a:xfrm>
          <a:prstGeom xmlns:a="http://schemas.openxmlformats.org/drawingml/2006/main" prst="rect">
            <a:avLst/>
          </a:prstGeom>
        </p:spPr>
      </p:pic>
      <p:sp>
        <p:nvSpPr>
          <p:cNvPr id="23" name="Freeform 30">
            <a:extLst xmlns:a="http://schemas.openxmlformats.org/drawingml/2006/main">
              <a:ext uri="{FF2B5EF4-FFF2-40B4-BE49-F238E27FC236}">
                <a16:creationId xmlns:a16="http://schemas.microsoft.com/office/drawing/2014/main" id="{D8693067-4348-3684-5996-A1A14E29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9505" y="64979"/>
            <a:ext cx="841990" cy="276804"/>
          </a:xfrm>
          <a:custGeom xmlns:a="http://schemas.openxmlformats.org/drawingml/2006/main">
            <a:rect l="l" t="t" r="r" b="b"/>
            <a:pathLst>
              <a:path w="1700411" h="559010">
                <a:moveTo>
                  <a:pt x="0" y="0"/>
                </a:moveTo>
                <a:lnTo>
                  <a:pt x="1700411" y="0"/>
                </a:lnTo>
                <a:lnTo>
                  <a:pt x="1700411" y="559011"/>
                </a:lnTo>
                <a:lnTo>
                  <a:pt x="0" y="55901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5f7c9d74b7c4f5a"/>
            <a:stretch>
              <a:fillRect l="0" t="0" r="0" b="0"/>
            </a:stretch>
          </a:blipFill>
        </p:spPr>
      </p:sp>
    </p:spTree>
    <p:extLst>
      <p:ext uri="{BB962C8B-B14F-4D97-AF65-F5344CB8AC3E}">
        <p14:creationId xmlns:p14="http://schemas.microsoft.com/office/powerpoint/2010/main" val="98571940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8f31dc04ce48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44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ca1455604b41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129879"/>
            <a:ext cx="3492549" cy="3655516"/>
          </a:xfrm>
          <a:prstGeom xmlns:a="http://schemas.openxmlformats.org/drawingml/2006/main" prst="rect">
            <a:avLst/>
          </a:prstGeom>
        </p:spPr>
      </p:pic>
      <p:pic>
        <p:nvPicPr>
          <p:cNvPr id="45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510bd4812a47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49799" y="2129879"/>
            <a:ext cx="3492549" cy="3655516"/>
          </a:xfrm>
          <a:prstGeom xmlns:a="http://schemas.openxmlformats.org/drawingml/2006/main" prst="rect">
            <a:avLst/>
          </a:prstGeom>
        </p:spPr>
      </p:pic>
      <p:pic>
        <p:nvPicPr>
          <p:cNvPr id="46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6a51f2259740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28099" y="2129879"/>
            <a:ext cx="3492549" cy="3655516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3B21742-EE7B-46ED-A0F6-5B495129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1601450" cy="5078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300" b="1" i="0" u="none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Sistem uçtan uca doğrulandı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03C3E14-7657-451E-B350-3E199CA6A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287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813627A-331F-486C-AC8E-484A2FDE2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4" y="3938587"/>
            <a:ext cx="34735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0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5a0e291f9f48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6775" y="2520404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391CFBE-38D3-4ED6-8AB9-84998A67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330029"/>
            <a:ext cx="2690336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 i="0" u="none">
                <a:solidFill>
                  <a:srgbClr val="0891B2"/>
                </a:solidFill>
                <a:latin typeface="Montserrat SemiBold"/>
                <a:ea typeface="Montserrat SemiBold"/>
                <a:cs typeface="Montserrat SemiBold"/>
              </a:rPr>
              <a:t>Kayıt Doğrulama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BC9EEF1-92A4-4042-9643-55BD87B7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749129"/>
            <a:ext cx="2901999" cy="8215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350" b="0" i="0" u="none">
                <a:solidFill>
                  <a:srgbClr val="334155"/>
                </a:solidFill>
                <a:latin typeface="Inter"/>
                <a:ea typeface="Inter"/>
                <a:cs typeface="Inter"/>
              </a:rPr>
              <a:t>Doğru kayıt profili, cihaz durumu, kayıt süresi ve oluşan son dosya birlikte kontrol edildi.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4475B5A-F2AE-47E2-A615-90A89275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9324" y="3938587"/>
            <a:ext cx="34735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4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263eb1e4f344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45074" y="2520404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0397809-151D-4A02-811C-918EFB5B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074" y="3330029"/>
            <a:ext cx="240030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 i="0" u="none">
                <a:solidFill>
                  <a:srgbClr val="0891B2"/>
                </a:solidFill>
                <a:latin typeface="Montserrat SemiBold"/>
                <a:ea typeface="Montserrat SemiBold"/>
                <a:cs typeface="Montserrat SemiBold"/>
              </a:rPr>
              <a:t>Kontrol Zinciri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AD49E7AD-A7A6-46FF-9B45-32B7535C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7623" y="3938587"/>
            <a:ext cx="34735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7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47e792b5ee4b5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23374" y="2520404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0F5312C2-1B65-411B-957A-98B7B3E9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3374" y="3330029"/>
            <a:ext cx="1860232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 i="0" u="none">
                <a:solidFill>
                  <a:srgbClr val="0891B2"/>
                </a:solidFill>
                <a:latin typeface="Montserrat SemiBold"/>
                <a:ea typeface="Montserrat SemiBold"/>
                <a:cs typeface="Montserrat SemiBold"/>
              </a:rPr>
              <a:t>Sonuç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9E5F4615-DACC-4934-8CC9-DE29650C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3374" y="3749129"/>
            <a:ext cx="2901999" cy="1103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350" b="0" i="0" u="none">
                <a:solidFill>
                  <a:srgbClr val="334155"/>
                </a:solidFill>
                <a:latin typeface="Inter"/>
                <a:ea typeface="Inter"/>
                <a:cs typeface="Inter"/>
              </a:rPr>
              <a:t>Kayıt merkezde listelendi, ses oynatıldı, ölçüm grafiği gösterildi ve sistem bekleme süresinden sonra ikinci olayı da bağımsız olarak kaydetti.</a:t>
            </a:r>
          </a:p>
        </p:txBody>
      </p:sp>
      <p:pic>
        <p:nvPicPr>
          <p:cNvPr id="60" name="Pictur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8b4f88451149a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9175" y="2672804"/>
            <a:ext cx="266700" cy="266700"/>
          </a:xfrm>
          <a:prstGeom xmlns:a="http://schemas.openxmlformats.org/drawingml/2006/main" prst="rect">
            <a:avLst/>
          </a:prstGeom>
        </p:spPr>
      </p:pic>
      <p:pic>
        <p:nvPicPr>
          <p:cNvPr id="61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7a5c6dbff546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4137" y="2672804"/>
            <a:ext cx="333375" cy="266700"/>
          </a:xfrm>
          <a:prstGeom xmlns:a="http://schemas.openxmlformats.org/drawingml/2006/main" prst="rect">
            <a:avLst/>
          </a:prstGeom>
        </p:spPr>
      </p:pic>
      <p:pic>
        <p:nvPicPr>
          <p:cNvPr id="62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8f81ac70e44f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56724" y="2672804"/>
            <a:ext cx="304800" cy="266700"/>
          </a:xfrm>
          <a:prstGeom xmlns:a="http://schemas.openxmlformats.org/drawingml/2006/main" prst="rect">
            <a:avLst/>
          </a:prstGeom>
        </p:spPr>
      </p:pic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6B867B06-E251-4A63-9A2F-6E0376CF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5574" y="3892004"/>
            <a:ext cx="2711499" cy="2112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125" b="1" i="0" u="none">
                <a:solidFill>
                  <a:srgbClr val="0F172A"/>
                </a:solidFill>
                <a:latin typeface="Inter"/>
                <a:ea typeface="Inter"/>
                <a:cs typeface="Inter"/>
              </a:rPr>
              <a:t>Adım 1: Cihaz durumu ve dosya sayıları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282C9FC4-B490-44EF-A1AF-42CDF4CA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5574" y="4215854"/>
            <a:ext cx="2711499" cy="2112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125" b="1" i="0" u="none">
                <a:solidFill>
                  <a:srgbClr val="0F172A"/>
                </a:solidFill>
                <a:latin typeface="Inter"/>
                <a:ea typeface="Inter"/>
                <a:cs typeface="Inter"/>
              </a:rPr>
              <a:t>Adım 2: Güvenli aktarım ve kayıt bilgileri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6F0812B2-FD97-4705-AA44-E34A5CFF1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5574" y="4768304"/>
            <a:ext cx="2711499" cy="2112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125" b="1" i="0" u="none">
                <a:solidFill>
                  <a:srgbClr val="0F172A"/>
                </a:solidFill>
                <a:latin typeface="Inter"/>
                <a:ea typeface="Inter"/>
                <a:cs typeface="Inter"/>
              </a:rPr>
              <a:t>Adım 3: Oynatma, grafik ve ikinci olay</a:t>
            </a:r>
          </a:p>
        </p:txBody>
      </p:sp>
      <p:pic>
        <p:nvPicPr>
          <p:cNvPr id="66" name="Pictur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696cc1ebe64d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45074" y="3911054"/>
            <a:ext cx="114300" cy="200025"/>
          </a:xfrm>
          <a:prstGeom xmlns:a="http://schemas.openxmlformats.org/drawingml/2006/main" prst="rect">
            <a:avLst/>
          </a:prstGeom>
        </p:spPr>
      </p:pic>
      <p:pic>
        <p:nvPicPr>
          <p:cNvPr id="67" name="Pictur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696cc1ebe64d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45074" y="4234904"/>
            <a:ext cx="114300" cy="200025"/>
          </a:xfrm>
          <a:prstGeom xmlns:a="http://schemas.openxmlformats.org/drawingml/2006/main" prst="rect">
            <a:avLst/>
          </a:prstGeom>
        </p:spPr>
      </p:pic>
      <p:pic>
        <p:nvPicPr>
          <p:cNvPr id="68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696cc1ebe64d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45074" y="4787354"/>
            <a:ext cx="114300" cy="200025"/>
          </a:xfrm>
          <a:prstGeom xmlns:a="http://schemas.openxmlformats.org/drawingml/2006/main" prst="rect">
            <a:avLst/>
          </a:prstGeom>
        </p:spPr>
      </p:pic>
      <p:sp>
        <p:nvSpPr>
          <p:cNvPr id="29" name="Freeform 30">
            <a:extLst xmlns:a="http://schemas.openxmlformats.org/drawingml/2006/main">
              <a:ext uri="{FF2B5EF4-FFF2-40B4-BE49-F238E27FC236}">
                <a16:creationId xmlns:a16="http://schemas.microsoft.com/office/drawing/2014/main" id="{191099DF-F604-1556-921D-7D88D659F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9505" y="6470021"/>
            <a:ext cx="841990" cy="276804"/>
          </a:xfrm>
          <a:custGeom xmlns:a="http://schemas.openxmlformats.org/drawingml/2006/main">
            <a:rect l="l" t="t" r="r" b="b"/>
            <a:pathLst>
              <a:path w="1700411" h="559010">
                <a:moveTo>
                  <a:pt x="0" y="0"/>
                </a:moveTo>
                <a:lnTo>
                  <a:pt x="1700411" y="0"/>
                </a:lnTo>
                <a:lnTo>
                  <a:pt x="1700411" y="559011"/>
                </a:lnTo>
                <a:lnTo>
                  <a:pt x="0" y="55901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b948bbf0a614fc4"/>
            <a:stretch>
              <a:fillRect l="0" t="0" r="0" b="0"/>
            </a:stretch>
          </a:blipFill>
        </p:spPr>
      </p:sp>
    </p:spTree>
    <p:extLst>
      <p:ext uri="{BB962C8B-B14F-4D97-AF65-F5344CB8AC3E}">
        <p14:creationId xmlns:p14="http://schemas.microsoft.com/office/powerpoint/2010/main" val="25820281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4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6af93be425463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45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f2d98aeedd40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736526"/>
            <a:ext cx="5286375" cy="4442221"/>
          </a:xfrm>
          <a:prstGeom xmlns:a="http://schemas.openxmlformats.org/drawingml/2006/main" prst="rect">
            <a:avLst/>
          </a:prstGeom>
        </p:spPr>
      </p:pic>
      <p:pic>
        <p:nvPicPr>
          <p:cNvPr id="46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a356b6b1c747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34125" y="1736526"/>
            <a:ext cx="5286375" cy="4442221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90AF322-7B9B-489C-A600-0E0FD8BCA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1601450" cy="5078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300" b="1" i="0" u="none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Sonraki geliştirme öncelikleri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0EAF0F9-B50B-442C-9803-C446EC43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287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DDAA30B-9137-461A-B38B-4D27548F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127051"/>
            <a:ext cx="4730591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2385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 i="0" u="none">
                <a:solidFill>
                  <a:srgbClr val="0891B2"/>
                </a:solidFill>
                <a:latin typeface="Montserrat SemiBold"/>
                <a:ea typeface="Montserrat SemiBold"/>
                <a:cs typeface="Montserrat SemiBold"/>
              </a:rPr>
              <a:t>Teknik Sağlamlaştırma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B273614-6D6A-4806-B613-77E6DC45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27051"/>
            <a:ext cx="4730591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2385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 i="0" u="none">
                <a:solidFill>
                  <a:srgbClr val="0891B2"/>
                </a:solidFill>
                <a:latin typeface="Montserrat SemiBold"/>
                <a:ea typeface="Montserrat SemiBold"/>
                <a:cs typeface="Montserrat SemiBold"/>
              </a:rPr>
              <a:t>Operasyon ve Güvenlik</a:t>
            </a:r>
          </a:p>
        </p:txBody>
      </p:sp>
      <p:pic>
        <p:nvPicPr>
          <p:cNvPr id="51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d3e27fc88d47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2025" y="2146101"/>
            <a:ext cx="228600" cy="228600"/>
          </a:xfrm>
          <a:prstGeom xmlns:a="http://schemas.openxmlformats.org/drawingml/2006/main" prst="rect">
            <a:avLst/>
          </a:prstGeom>
        </p:spPr>
      </p:pic>
      <p:pic>
        <p:nvPicPr>
          <p:cNvPr id="52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f4439a1b0c46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4650" y="2146101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6B80FE1-149D-488B-A0E9-7FE397FE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41401"/>
            <a:ext cx="4171950" cy="2573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350" b="1" i="0" u="none">
                <a:solidFill>
                  <a:srgbClr val="0F172A"/>
                </a:solidFill>
                <a:latin typeface="Inter"/>
                <a:ea typeface="Inter"/>
                <a:cs typeface="Inter"/>
              </a:rPr>
              <a:t>1. Dönüşüm testlerini genişletme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EF2440D-F94F-4C84-AE52-FFD7C80D9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80482"/>
            <a:ext cx="4171950" cy="2573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3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2. Çıktılara sürüm bilgisi ekleme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A2EE2419-B466-4C91-B508-22535F8A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19562"/>
            <a:ext cx="4171950" cy="2573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350" b="1" i="0" u="none">
                <a:solidFill>
                  <a:srgbClr val="0F172A"/>
                </a:solidFill>
                <a:latin typeface="Inter"/>
                <a:ea typeface="Inter"/>
                <a:cs typeface="Inter"/>
              </a:rPr>
              <a:t>3. Dosya yükleme hızını artırma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A5398DD1-240B-49DE-AD17-842B9F81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58642"/>
            <a:ext cx="4171950" cy="2573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350" b="1" i="0" u="none">
                <a:solidFill>
                  <a:srgbClr val="0F172A"/>
                </a:solidFill>
                <a:latin typeface="Inter"/>
                <a:ea typeface="Inter"/>
                <a:cs typeface="Inter"/>
              </a:rPr>
              <a:t>4. Arşiv ile kayıt listesini otomatik eşitleme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4CA4FB1-73C5-43C2-841C-E9C83C787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641401"/>
            <a:ext cx="4171950" cy="2573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350" b="0" i="0" u="none">
                <a:solidFill>
                  <a:srgbClr val="334155"/>
                </a:solidFill>
                <a:latin typeface="Inter"/>
                <a:ea typeface="Inter"/>
                <a:cs typeface="Inter"/>
              </a:rPr>
              <a:t>Şifreleme anahtarlarını merkezi yönetme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FDC5DF2D-7E5E-4104-930E-B018CAFA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106191"/>
            <a:ext cx="4171950" cy="2573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350" b="0" i="0" u="none">
                <a:solidFill>
                  <a:srgbClr val="334155"/>
                </a:solidFill>
                <a:latin typeface="Inter"/>
                <a:ea typeface="Inter"/>
                <a:cs typeface="Inter"/>
              </a:rPr>
              <a:t>Yetkilendirme ve kullanıcı rolleri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D4F3323E-F372-4FE4-B644-43F37D2F2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570982"/>
            <a:ext cx="4171950" cy="2573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350" b="0" i="0" u="none">
                <a:solidFill>
                  <a:srgbClr val="334155"/>
                </a:solidFill>
                <a:latin typeface="Inter"/>
                <a:ea typeface="Inter"/>
                <a:cs typeface="Inter"/>
              </a:rPr>
              <a:t>Servis izleme ve hata bildirimleri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5D727654-7005-4DB7-842F-6B429894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310062"/>
            <a:ext cx="4171950" cy="2573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350" b="0" i="0" u="none">
                <a:solidFill>
                  <a:srgbClr val="334155"/>
                </a:solidFill>
                <a:latin typeface="Inter"/>
                <a:ea typeface="Inter"/>
                <a:cs typeface="Inter"/>
              </a:rPr>
              <a:t>Yedekleme ve kurtarma planı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23D71D5E-59EA-4829-B9B8-D35B0B99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5049142"/>
            <a:ext cx="4171950" cy="2573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350" b="0" i="0" u="none">
                <a:solidFill>
                  <a:srgbClr val="334155"/>
                </a:solidFill>
                <a:latin typeface="Inter"/>
                <a:ea typeface="Inter"/>
                <a:cs typeface="Inter"/>
              </a:rPr>
              <a:t>Edge servisinin uzaktan güncellenmesi</a:t>
            </a:r>
          </a:p>
        </p:txBody>
      </p:sp>
      <p:pic>
        <p:nvPicPr>
          <p:cNvPr id="62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90dea3873342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2025" y="2660451"/>
            <a:ext cx="114300" cy="200025"/>
          </a:xfrm>
          <a:prstGeom xmlns:a="http://schemas.openxmlformats.org/drawingml/2006/main" prst="rect">
            <a:avLst/>
          </a:prstGeom>
        </p:spPr>
      </p:pic>
      <p:pic>
        <p:nvPicPr>
          <p:cNvPr id="63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90dea3873342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2025" y="3399532"/>
            <a:ext cx="114300" cy="200025"/>
          </a:xfrm>
          <a:prstGeom xmlns:a="http://schemas.openxmlformats.org/drawingml/2006/main" prst="rect">
            <a:avLst/>
          </a:prstGeom>
        </p:spPr>
      </p:pic>
      <p:pic>
        <p:nvPicPr>
          <p:cNvPr id="64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90dea3873342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2025" y="4138612"/>
            <a:ext cx="114300" cy="200025"/>
          </a:xfrm>
          <a:prstGeom xmlns:a="http://schemas.openxmlformats.org/drawingml/2006/main" prst="rect">
            <a:avLst/>
          </a:prstGeom>
        </p:spPr>
      </p:pic>
      <p:pic>
        <p:nvPicPr>
          <p:cNvPr id="65" name="Picture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90dea3873342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2025" y="4877692"/>
            <a:ext cx="114300" cy="200025"/>
          </a:xfrm>
          <a:prstGeom xmlns:a="http://schemas.openxmlformats.org/drawingml/2006/main" prst="rect">
            <a:avLst/>
          </a:prstGeom>
        </p:spPr>
      </p:pic>
      <p:pic>
        <p:nvPicPr>
          <p:cNvPr id="66" name="Picture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90dea3873342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4650" y="2660451"/>
            <a:ext cx="114300" cy="200025"/>
          </a:xfrm>
          <a:prstGeom xmlns:a="http://schemas.openxmlformats.org/drawingml/2006/main" prst="rect">
            <a:avLst/>
          </a:prstGeom>
        </p:spPr>
      </p:pic>
      <p:pic>
        <p:nvPicPr>
          <p:cNvPr id="67" name="Pictur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90dea3873342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4650" y="3125241"/>
            <a:ext cx="114300" cy="200025"/>
          </a:xfrm>
          <a:prstGeom xmlns:a="http://schemas.openxmlformats.org/drawingml/2006/main" prst="rect">
            <a:avLst/>
          </a:prstGeom>
        </p:spPr>
      </p:pic>
      <p:pic>
        <p:nvPicPr>
          <p:cNvPr id="68" name="Pictur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90dea3873342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4650" y="3590032"/>
            <a:ext cx="114300" cy="200025"/>
          </a:xfrm>
          <a:prstGeom xmlns:a="http://schemas.openxmlformats.org/drawingml/2006/main" prst="rect">
            <a:avLst/>
          </a:prstGeom>
        </p:spPr>
      </p:pic>
      <p:pic>
        <p:nvPicPr>
          <p:cNvPr id="69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90dea3873342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4650" y="4329112"/>
            <a:ext cx="114300" cy="200025"/>
          </a:xfrm>
          <a:prstGeom xmlns:a="http://schemas.openxmlformats.org/drawingml/2006/main" prst="rect">
            <a:avLst/>
          </a:prstGeom>
        </p:spPr>
      </p:pic>
      <p:pic>
        <p:nvPicPr>
          <p:cNvPr id="70" name="Picture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90dea3873342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4650" y="5068192"/>
            <a:ext cx="114300" cy="200025"/>
          </a:xfrm>
          <a:prstGeom xmlns:a="http://schemas.openxmlformats.org/drawingml/2006/main" prst="rect">
            <a:avLst/>
          </a:prstGeom>
        </p:spPr>
      </p:pic>
      <p:sp>
        <p:nvSpPr>
          <p:cNvPr id="29" name="Freeform 30">
            <a:extLst xmlns:a="http://schemas.openxmlformats.org/drawingml/2006/main">
              <a:ext uri="{FF2B5EF4-FFF2-40B4-BE49-F238E27FC236}">
                <a16:creationId xmlns:a16="http://schemas.microsoft.com/office/drawing/2014/main" id="{6FE53ABB-5CD3-617B-073B-0FF9B84C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9505" y="6470021"/>
            <a:ext cx="841990" cy="276804"/>
          </a:xfrm>
          <a:custGeom xmlns:a="http://schemas.openxmlformats.org/drawingml/2006/main">
            <a:rect l="l" t="t" r="r" b="b"/>
            <a:pathLst>
              <a:path w="1700411" h="559010">
                <a:moveTo>
                  <a:pt x="0" y="0"/>
                </a:moveTo>
                <a:lnTo>
                  <a:pt x="1700411" y="0"/>
                </a:lnTo>
                <a:lnTo>
                  <a:pt x="1700411" y="559011"/>
                </a:lnTo>
                <a:lnTo>
                  <a:pt x="0" y="55901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a4fe62203c54db7"/>
            <a:stretch>
              <a:fillRect l="0" t="0" r="0" b="0"/>
            </a:stretch>
          </a:blipFill>
        </p:spPr>
      </p:sp>
    </p:spTree>
    <p:extLst>
      <p:ext uri="{BB962C8B-B14F-4D97-AF65-F5344CB8AC3E}">
        <p14:creationId xmlns:p14="http://schemas.microsoft.com/office/powerpoint/2010/main" val="21149579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1de827588e45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a2d75d070944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57425" y="2931765"/>
            <a:ext cx="7677150" cy="2476351"/>
          </a:xfrm>
          <a:prstGeom xmlns:a="http://schemas.openxmlformats.org/drawingml/2006/main" prst="rect">
            <a:avLst/>
          </a:prstGeom>
        </p:spPr>
      </p:pic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E5B0209-27D0-4ADE-B922-21B66194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1449883"/>
            <a:ext cx="11601450" cy="6796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5280"/>
              </a:lnSpc>
              <a:buNone/>
            </a:pPr>
            <a:r>
              <a:rPr sz="4800" b="1" i="0" u="none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Sistem Sonuç</a:t>
            </a:r>
            <a:r>
              <a:rPr sz="4800" b="1" i="0" u="none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4800" b="1" i="0" u="none">
                <a:solidFill>
                  <a:srgbClr val="0891B2"/>
                </a:solidFill>
                <a:latin typeface="Montserrat"/>
                <a:ea typeface="Montserrat"/>
                <a:cs typeface="Montserrat"/>
              </a:rPr>
              <a:t>Raporu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D6CA037-7BB4-402B-ADBC-41742CA67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7040"/>
            <a:ext cx="67056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 i="0" u="none">
                <a:solidFill>
                  <a:srgbClr val="0891B2"/>
                </a:solidFill>
                <a:latin typeface="Inter SemiBold"/>
                <a:ea typeface="Inter SemiBold"/>
                <a:cs typeface="Inter SemiBold"/>
              </a:rPr>
              <a:t>ELDE EDİLEN SİSTEM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A59763C-6904-40F1-8BEA-5F5A3FFA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55640"/>
            <a:ext cx="6705600" cy="3398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79"/>
              </a:lnSpc>
              <a:buNone/>
            </a:pPr>
            <a:r>
              <a:rPr sz="1800" b="0" i="0" u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</a:rPr>
              <a:t>SVAN 971 + Raspberry Pi + merkezi web paneli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A85F71E-05A1-40C0-9C54-3943671E3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964185"/>
            <a:ext cx="67056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 i="0" u="none">
                <a:solidFill>
                  <a:srgbClr val="0891B2"/>
                </a:solidFill>
                <a:latin typeface="Inter SemiBold"/>
                <a:ea typeface="Inter SemiBold"/>
                <a:cs typeface="Inter SemiBold"/>
              </a:rPr>
              <a:t>DOĞRULANAN AKIŞ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C7F52E6-B4F0-4B8A-8F0A-7319E33B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192785"/>
            <a:ext cx="6705600" cy="2573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350" b="0" i="0" u="none">
                <a:solidFill>
                  <a:srgbClr val="334155"/>
                </a:solidFill>
                <a:latin typeface="Inter"/>
                <a:ea typeface="Inter"/>
                <a:cs typeface="Inter"/>
              </a:rPr>
              <a:t>Kayıt → .SVL → WAV/CSV → şifreli aktarım → oynatma ve grafik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5E160FA-6360-44CD-A5BF-E9A2C07A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609951"/>
            <a:ext cx="67056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 i="0" u="none">
                <a:solidFill>
                  <a:srgbClr val="0891B2"/>
                </a:solidFill>
                <a:latin typeface="Inter SemiBold"/>
                <a:ea typeface="Inter SemiBold"/>
                <a:cs typeface="Inter SemiBold"/>
              </a:rPr>
              <a:t>ANA KAZANIM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DBAFE17-96C7-4BD3-9C56-2FA126F9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838551"/>
            <a:ext cx="6705600" cy="5394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350" b="0" i="0" u="none">
                <a:solidFill>
                  <a:srgbClr val="334155"/>
                </a:solidFill>
                <a:latin typeface="Inter"/>
                <a:ea typeface="Inter"/>
                <a:cs typeface="Inter"/>
              </a:rPr>
              <a:t>Kapalı cihaz verisi uzaktan yönetilebilir, izlenebilir ve yeniden üretilebilir bir sisteme dönüştürüldü.</a:t>
            </a:r>
          </a:p>
        </p:txBody>
      </p:sp>
      <p:sp>
        <p:nvSpPr>
          <p:cNvPr id="12" name="Freeform 30">
            <a:extLst xmlns:a="http://schemas.openxmlformats.org/drawingml/2006/main">
              <a:ext uri="{FF2B5EF4-FFF2-40B4-BE49-F238E27FC236}">
                <a16:creationId xmlns:a16="http://schemas.microsoft.com/office/drawing/2014/main" id="{9A5AE834-F954-0AC4-8F02-2A1F4A42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6314" y="6153716"/>
            <a:ext cx="1700411" cy="559010"/>
          </a:xfrm>
          <a:custGeom xmlns:a="http://schemas.openxmlformats.org/drawingml/2006/main">
            <a:rect l="l" t="t" r="r" b="b"/>
            <a:pathLst>
              <a:path w="1700411" h="559010">
                <a:moveTo>
                  <a:pt x="0" y="0"/>
                </a:moveTo>
                <a:lnTo>
                  <a:pt x="1700411" y="0"/>
                </a:lnTo>
                <a:lnTo>
                  <a:pt x="1700411" y="559011"/>
                </a:lnTo>
                <a:lnTo>
                  <a:pt x="0" y="55901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1c9e32067244622"/>
            <a:stretch>
              <a:fillRect l="0" t="0" r="0" b="0"/>
            </a:stretch>
          </a:blipFill>
        </p:spPr>
      </p:sp>
    </p:spTree>
    <p:extLst>
      <p:ext uri="{BB962C8B-B14F-4D97-AF65-F5344CB8AC3E}">
        <p14:creationId xmlns:p14="http://schemas.microsoft.com/office/powerpoint/2010/main" val="158855669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4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006cc38f9145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45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de291b42fc4b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736526"/>
            <a:ext cx="5286375" cy="4442221"/>
          </a:xfrm>
          <a:prstGeom xmlns:a="http://schemas.openxmlformats.org/drawingml/2006/main" prst="rect">
            <a:avLst/>
          </a:prstGeom>
        </p:spPr>
      </p:pic>
      <p:pic>
        <p:nvPicPr>
          <p:cNvPr id="46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35fb77ac3e4b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34125" y="1736526"/>
            <a:ext cx="5286375" cy="4442221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90AF322-7B9B-489C-A600-0E0FD8BCA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1601450" cy="5078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300" b="1" i="0" u="none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Ek: cihaz kontrol akışı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0EAF0F9-B50B-442C-9803-C446EC43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287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DDAA30B-9137-461A-B38B-4D27548F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127051"/>
            <a:ext cx="4730591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2385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 i="0" u="none">
                <a:solidFill>
                  <a:srgbClr val="0891B2"/>
                </a:solidFill>
                <a:latin typeface="Montserrat SemiBold"/>
                <a:ea typeface="Montserrat SemiBold"/>
                <a:cs typeface="Montserrat SemiBold"/>
              </a:rPr>
              <a:t>Kayıt Döngüsü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B273614-6D6A-4806-B613-77E6DC45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27051"/>
            <a:ext cx="4730591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2385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 i="0" u="none">
                <a:solidFill>
                  <a:srgbClr val="0891B2"/>
                </a:solidFill>
                <a:latin typeface="Montserrat SemiBold"/>
                <a:ea typeface="Montserrat SemiBold"/>
                <a:cs typeface="Montserrat SemiBold"/>
              </a:rPr>
              <a:t>Kontrol İlkeleri</a:t>
            </a:r>
          </a:p>
        </p:txBody>
      </p:sp>
      <p:pic>
        <p:nvPicPr>
          <p:cNvPr id="51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7f01b535224ac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2025" y="2146101"/>
            <a:ext cx="228600" cy="228600"/>
          </a:xfrm>
          <a:prstGeom xmlns:a="http://schemas.openxmlformats.org/drawingml/2006/main" prst="rect">
            <a:avLst/>
          </a:prstGeom>
        </p:spPr>
      </p:pic>
      <p:pic>
        <p:nvPicPr>
          <p:cNvPr id="52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690cdf359b4b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4650" y="2146101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6B80FE1-149D-488B-A0E9-7FE397FE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41401"/>
            <a:ext cx="4171950" cy="2573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350" b="1" i="0" u="none">
                <a:solidFill>
                  <a:srgbClr val="0F172A"/>
                </a:solidFill>
                <a:latin typeface="Inter"/>
                <a:ea typeface="Inter"/>
                <a:cs typeface="Inter"/>
              </a:rPr>
              <a:t>1. Kayıt profili yüklenir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EF2440D-F94F-4C84-AE52-FFD7C80D9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80482"/>
            <a:ext cx="4171950" cy="2573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3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2. Ölçüm ve kayıt başlatılır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A2EE2419-B466-4C91-B508-22535F8A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19562"/>
            <a:ext cx="4171950" cy="2573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350" b="1" i="0" u="none">
                <a:solidFill>
                  <a:srgbClr val="0F172A"/>
                </a:solidFill>
                <a:latin typeface="Inter"/>
                <a:ea typeface="Inter"/>
                <a:cs typeface="Inter"/>
              </a:rPr>
              <a:t>3. Kayıt kontrollü biçimde durdurulur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A5398DD1-240B-49DE-AD17-842B9F81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58642"/>
            <a:ext cx="4171950" cy="2573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350" b="1" i="0" u="none">
                <a:solidFill>
                  <a:srgbClr val="0F172A"/>
                </a:solidFill>
                <a:latin typeface="Inter"/>
                <a:ea typeface="Inter"/>
                <a:cs typeface="Inter"/>
              </a:rPr>
              <a:t>4. Oluşan dosya belirlenip indirilir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4CA4FB1-73C5-43C2-841C-E9C83C787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641401"/>
            <a:ext cx="4171950" cy="2573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350" b="0" i="0" u="none">
                <a:solidFill>
                  <a:srgbClr val="334155"/>
                </a:solidFill>
                <a:latin typeface="Inter"/>
                <a:ea typeface="Inter"/>
                <a:cs typeface="Inter"/>
              </a:rPr>
              <a:t>Tek bağlantı oturumu kullanılır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FDC5DF2D-7E5E-4104-930E-B018CAFA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106191"/>
            <a:ext cx="4171950" cy="2573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350" b="0" i="0" u="none">
                <a:solidFill>
                  <a:srgbClr val="334155"/>
                </a:solidFill>
                <a:latin typeface="Inter"/>
                <a:ea typeface="Inter"/>
                <a:cs typeface="Inter"/>
              </a:rPr>
              <a:t>Eylem ve sorgular ayrı yönetilir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D4F3323E-F372-4FE4-B644-43F37D2F2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570982"/>
            <a:ext cx="4171950" cy="2573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350" b="0" i="0" u="none">
                <a:solidFill>
                  <a:srgbClr val="334155"/>
                </a:solidFill>
                <a:latin typeface="Inter"/>
                <a:ea typeface="Inter"/>
                <a:cs typeface="Inter"/>
              </a:rPr>
              <a:t>Her adım sonrası durum kontrol edilir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5D727654-7005-4DB7-842F-6B429894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310062"/>
            <a:ext cx="4171950" cy="2573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350" b="0" i="0" u="none">
                <a:solidFill>
                  <a:srgbClr val="334155"/>
                </a:solidFill>
                <a:latin typeface="Inter"/>
                <a:ea typeface="Inter"/>
                <a:cs typeface="Inter"/>
              </a:rPr>
              <a:t>Hata halinde kontrollü tekrar yapılır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23D71D5E-59EA-4829-B9B8-D35B0B99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5049142"/>
            <a:ext cx="4171950" cy="2573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350" b="0" i="0" u="none">
                <a:solidFill>
                  <a:srgbClr val="334155"/>
                </a:solidFill>
                <a:latin typeface="Inter"/>
                <a:ea typeface="Inter"/>
                <a:cs typeface="Inter"/>
              </a:rPr>
              <a:t>Dosya tamamlanmadan aktarım başlatılmaz</a:t>
            </a:r>
          </a:p>
        </p:txBody>
      </p:sp>
      <p:pic>
        <p:nvPicPr>
          <p:cNvPr id="62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778cd9128e4e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2025" y="2660451"/>
            <a:ext cx="114300" cy="200025"/>
          </a:xfrm>
          <a:prstGeom xmlns:a="http://schemas.openxmlformats.org/drawingml/2006/main" prst="rect">
            <a:avLst/>
          </a:prstGeom>
        </p:spPr>
      </p:pic>
      <p:pic>
        <p:nvPicPr>
          <p:cNvPr id="63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778cd9128e4e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2025" y="3399532"/>
            <a:ext cx="114300" cy="200025"/>
          </a:xfrm>
          <a:prstGeom xmlns:a="http://schemas.openxmlformats.org/drawingml/2006/main" prst="rect">
            <a:avLst/>
          </a:prstGeom>
        </p:spPr>
      </p:pic>
      <p:pic>
        <p:nvPicPr>
          <p:cNvPr id="64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778cd9128e4e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2025" y="4138612"/>
            <a:ext cx="114300" cy="200025"/>
          </a:xfrm>
          <a:prstGeom xmlns:a="http://schemas.openxmlformats.org/drawingml/2006/main" prst="rect">
            <a:avLst/>
          </a:prstGeom>
        </p:spPr>
      </p:pic>
      <p:pic>
        <p:nvPicPr>
          <p:cNvPr id="65" name="Picture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778cd9128e4e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2025" y="4877692"/>
            <a:ext cx="114300" cy="200025"/>
          </a:xfrm>
          <a:prstGeom xmlns:a="http://schemas.openxmlformats.org/drawingml/2006/main" prst="rect">
            <a:avLst/>
          </a:prstGeom>
        </p:spPr>
      </p:pic>
      <p:pic>
        <p:nvPicPr>
          <p:cNvPr id="66" name="Picture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778cd9128e4e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4650" y="2660451"/>
            <a:ext cx="114300" cy="200025"/>
          </a:xfrm>
          <a:prstGeom xmlns:a="http://schemas.openxmlformats.org/drawingml/2006/main" prst="rect">
            <a:avLst/>
          </a:prstGeom>
        </p:spPr>
      </p:pic>
      <p:pic>
        <p:nvPicPr>
          <p:cNvPr id="67" name="Pictur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778cd9128e4e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4650" y="3125241"/>
            <a:ext cx="114300" cy="200025"/>
          </a:xfrm>
          <a:prstGeom xmlns:a="http://schemas.openxmlformats.org/drawingml/2006/main" prst="rect">
            <a:avLst/>
          </a:prstGeom>
        </p:spPr>
      </p:pic>
      <p:pic>
        <p:nvPicPr>
          <p:cNvPr id="68" name="Pictur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778cd9128e4e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4650" y="3590032"/>
            <a:ext cx="114300" cy="200025"/>
          </a:xfrm>
          <a:prstGeom xmlns:a="http://schemas.openxmlformats.org/drawingml/2006/main" prst="rect">
            <a:avLst/>
          </a:prstGeom>
        </p:spPr>
      </p:pic>
      <p:pic>
        <p:nvPicPr>
          <p:cNvPr id="69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778cd9128e4e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4650" y="4329112"/>
            <a:ext cx="114300" cy="200025"/>
          </a:xfrm>
          <a:prstGeom xmlns:a="http://schemas.openxmlformats.org/drawingml/2006/main" prst="rect">
            <a:avLst/>
          </a:prstGeom>
        </p:spPr>
      </p:pic>
      <p:pic>
        <p:nvPicPr>
          <p:cNvPr id="70" name="Picture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778cd9128e4e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4650" y="5068192"/>
            <a:ext cx="114300" cy="200025"/>
          </a:xfrm>
          <a:prstGeom xmlns:a="http://schemas.openxmlformats.org/drawingml/2006/main" prst="rect">
            <a:avLst/>
          </a:prstGeom>
        </p:spPr>
      </p:pic>
      <p:sp>
        <p:nvSpPr>
          <p:cNvPr id="29" name="Freeform 30">
            <a:extLst xmlns:a="http://schemas.openxmlformats.org/drawingml/2006/main">
              <a:ext uri="{FF2B5EF4-FFF2-40B4-BE49-F238E27FC236}">
                <a16:creationId xmlns:a16="http://schemas.microsoft.com/office/drawing/2014/main" id="{6FE53ABB-5CD3-617B-073B-0FF9B84C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9505" y="6470021"/>
            <a:ext cx="841990" cy="276804"/>
          </a:xfrm>
          <a:custGeom xmlns:a="http://schemas.openxmlformats.org/drawingml/2006/main">
            <a:rect l="l" t="t" r="r" b="b"/>
            <a:pathLst>
              <a:path w="1700411" h="559010">
                <a:moveTo>
                  <a:pt x="0" y="0"/>
                </a:moveTo>
                <a:lnTo>
                  <a:pt x="1700411" y="0"/>
                </a:lnTo>
                <a:lnTo>
                  <a:pt x="1700411" y="559011"/>
                </a:lnTo>
                <a:lnTo>
                  <a:pt x="0" y="55901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85d684e7b0a4355"/>
            <a:stretch>
              <a:fillRect l="0" t="0" r="0" b="0"/>
            </a:stretch>
          </a:blipFill>
        </p:spPr>
      </p:sp>
    </p:spTree>
    <p:extLst>
      <p:ext uri="{BB962C8B-B14F-4D97-AF65-F5344CB8AC3E}">
        <p14:creationId xmlns:p14="http://schemas.microsoft.com/office/powerpoint/2010/main" val="211495791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4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e17d9f8c324c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45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d76d129c8c48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736526"/>
            <a:ext cx="5286375" cy="4442221"/>
          </a:xfrm>
          <a:prstGeom xmlns:a="http://schemas.openxmlformats.org/drawingml/2006/main" prst="rect">
            <a:avLst/>
          </a:prstGeom>
        </p:spPr>
      </p:pic>
      <p:pic>
        <p:nvPicPr>
          <p:cNvPr id="46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57ec9cb4b847c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34125" y="1736526"/>
            <a:ext cx="5286375" cy="4442221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90AF322-7B9B-489C-A600-0E0FD8BCA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1601450" cy="5078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300" b="1" i="0" u="none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Ek: .SVL’den kullanılabilir çıktılara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0EAF0F9-B50B-442C-9803-C446EC43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287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DDAA30B-9137-461A-B38B-4D27548F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127051"/>
            <a:ext cx="4730591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2385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 i="0" u="none">
                <a:solidFill>
                  <a:srgbClr val="0891B2"/>
                </a:solidFill>
                <a:latin typeface="Montserrat SemiBold"/>
                <a:ea typeface="Montserrat SemiBold"/>
                <a:cs typeface="Montserrat SemiBold"/>
              </a:rPr>
              <a:t>Dosyada Korunanlar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B273614-6D6A-4806-B613-77E6DC45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27051"/>
            <a:ext cx="4730591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2385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 i="0" u="none">
                <a:solidFill>
                  <a:srgbClr val="0891B2"/>
                </a:solidFill>
                <a:latin typeface="Montserrat SemiBold"/>
                <a:ea typeface="Montserrat SemiBold"/>
                <a:cs typeface="Montserrat SemiBold"/>
              </a:rPr>
              <a:t>Üretilen Çıktılar</a:t>
            </a:r>
          </a:p>
        </p:txBody>
      </p:sp>
      <p:pic>
        <p:nvPicPr>
          <p:cNvPr id="51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b97fac4d654f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2025" y="2146101"/>
            <a:ext cx="228600" cy="228600"/>
          </a:xfrm>
          <a:prstGeom xmlns:a="http://schemas.openxmlformats.org/drawingml/2006/main" prst="rect">
            <a:avLst/>
          </a:prstGeom>
        </p:spPr>
      </p:pic>
      <p:pic>
        <p:nvPicPr>
          <p:cNvPr id="52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96dc0af89e49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4650" y="2146101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6B80FE1-149D-488B-A0E9-7FE397FE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41401"/>
            <a:ext cx="4171950" cy="2573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350" b="1" i="0" u="none">
                <a:solidFill>
                  <a:srgbClr val="0F172A"/>
                </a:solidFill>
                <a:latin typeface="Inter"/>
                <a:ea typeface="Inter"/>
                <a:cs typeface="Inter"/>
              </a:rPr>
              <a:t>Kayıt zamanı ve cihaz bilgisi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EF2440D-F94F-4C84-AE52-FFD7C80D9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80482"/>
            <a:ext cx="4171950" cy="2573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3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Ölçüm ayarları ve sonuçlar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A2EE2419-B466-4C91-B508-22535F8A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19562"/>
            <a:ext cx="4171950" cy="2573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350" b="1" i="0" u="none">
                <a:solidFill>
                  <a:srgbClr val="0F172A"/>
                </a:solidFill>
                <a:latin typeface="Inter"/>
                <a:ea typeface="Inter"/>
                <a:cs typeface="Inter"/>
              </a:rPr>
              <a:t>Ses örnekleri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A5398DD1-240B-49DE-AD17-842B9F81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58642"/>
            <a:ext cx="4171950" cy="2573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350" b="1" i="0" u="none">
                <a:solidFill>
                  <a:srgbClr val="0F172A"/>
                </a:solidFill>
                <a:latin typeface="Inter"/>
                <a:ea typeface="Inter"/>
                <a:cs typeface="Inter"/>
              </a:rPr>
              <a:t>Olay ve kayıt bilgileri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4CA4FB1-73C5-43C2-841C-E9C83C787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641401"/>
            <a:ext cx="4171950" cy="2573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350" b="0" i="0" u="none">
                <a:solidFill>
                  <a:srgbClr val="334155"/>
                </a:solidFill>
                <a:latin typeface="Inter"/>
                <a:ea typeface="Inter"/>
                <a:cs typeface="Inter"/>
              </a:rPr>
              <a:t>Dinlenebilir WAV dosyası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FDC5DF2D-7E5E-4104-930E-B018CAFA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106191"/>
            <a:ext cx="4171950" cy="2573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350" b="0" i="0" u="none">
                <a:solidFill>
                  <a:srgbClr val="334155"/>
                </a:solidFill>
                <a:latin typeface="Inter"/>
                <a:ea typeface="Inter"/>
                <a:cs typeface="Inter"/>
              </a:rPr>
              <a:t>Grafiklenebilir ölçüm CSV’si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D4F3323E-F372-4FE4-B644-43F37D2F2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570982"/>
            <a:ext cx="4171950" cy="2573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350" b="0" i="0" u="none">
                <a:solidFill>
                  <a:srgbClr val="334155"/>
                </a:solidFill>
                <a:latin typeface="Inter"/>
                <a:ea typeface="Inter"/>
                <a:cs typeface="Inter"/>
              </a:rPr>
              <a:t>Panelde gösterilecek kayıt bilgileri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5D727654-7005-4DB7-842F-6B429894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310062"/>
            <a:ext cx="4171950" cy="2573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350" b="0" i="0" u="none">
                <a:solidFill>
                  <a:srgbClr val="334155"/>
                </a:solidFill>
                <a:latin typeface="Inter"/>
                <a:ea typeface="Inter"/>
                <a:cs typeface="Inter"/>
              </a:rPr>
              <a:t>Yeniden işlenebilir ham .SVL arşivi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23D71D5E-59EA-4829-B9B8-D35B0B99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5049142"/>
            <a:ext cx="4171950" cy="2573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350" b="0" i="0" u="none">
                <a:solidFill>
                  <a:srgbClr val="334155"/>
                </a:solidFill>
                <a:latin typeface="Inter"/>
                <a:ea typeface="Inter"/>
                <a:cs typeface="Inter"/>
              </a:rPr>
              <a:t>Dönüşüm doğrulama kaydı</a:t>
            </a:r>
          </a:p>
        </p:txBody>
      </p:sp>
      <p:pic>
        <p:nvPicPr>
          <p:cNvPr id="62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0f5650313744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2025" y="2660451"/>
            <a:ext cx="114300" cy="200025"/>
          </a:xfrm>
          <a:prstGeom xmlns:a="http://schemas.openxmlformats.org/drawingml/2006/main" prst="rect">
            <a:avLst/>
          </a:prstGeom>
        </p:spPr>
      </p:pic>
      <p:pic>
        <p:nvPicPr>
          <p:cNvPr id="63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0f5650313744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2025" y="3399532"/>
            <a:ext cx="114300" cy="200025"/>
          </a:xfrm>
          <a:prstGeom xmlns:a="http://schemas.openxmlformats.org/drawingml/2006/main" prst="rect">
            <a:avLst/>
          </a:prstGeom>
        </p:spPr>
      </p:pic>
      <p:pic>
        <p:nvPicPr>
          <p:cNvPr id="64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0f5650313744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2025" y="4138612"/>
            <a:ext cx="114300" cy="200025"/>
          </a:xfrm>
          <a:prstGeom xmlns:a="http://schemas.openxmlformats.org/drawingml/2006/main" prst="rect">
            <a:avLst/>
          </a:prstGeom>
        </p:spPr>
      </p:pic>
      <p:pic>
        <p:nvPicPr>
          <p:cNvPr id="65" name="Picture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0f5650313744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2025" y="4877692"/>
            <a:ext cx="114300" cy="200025"/>
          </a:xfrm>
          <a:prstGeom xmlns:a="http://schemas.openxmlformats.org/drawingml/2006/main" prst="rect">
            <a:avLst/>
          </a:prstGeom>
        </p:spPr>
      </p:pic>
      <p:pic>
        <p:nvPicPr>
          <p:cNvPr id="66" name="Picture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0f5650313744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4650" y="2660451"/>
            <a:ext cx="114300" cy="200025"/>
          </a:xfrm>
          <a:prstGeom xmlns:a="http://schemas.openxmlformats.org/drawingml/2006/main" prst="rect">
            <a:avLst/>
          </a:prstGeom>
        </p:spPr>
      </p:pic>
      <p:pic>
        <p:nvPicPr>
          <p:cNvPr id="67" name="Pictur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0f5650313744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4650" y="3125241"/>
            <a:ext cx="114300" cy="200025"/>
          </a:xfrm>
          <a:prstGeom xmlns:a="http://schemas.openxmlformats.org/drawingml/2006/main" prst="rect">
            <a:avLst/>
          </a:prstGeom>
        </p:spPr>
      </p:pic>
      <p:pic>
        <p:nvPicPr>
          <p:cNvPr id="68" name="Pictur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0f5650313744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4650" y="3590032"/>
            <a:ext cx="114300" cy="200025"/>
          </a:xfrm>
          <a:prstGeom xmlns:a="http://schemas.openxmlformats.org/drawingml/2006/main" prst="rect">
            <a:avLst/>
          </a:prstGeom>
        </p:spPr>
      </p:pic>
      <p:pic>
        <p:nvPicPr>
          <p:cNvPr id="69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0f5650313744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4650" y="4329112"/>
            <a:ext cx="114300" cy="200025"/>
          </a:xfrm>
          <a:prstGeom xmlns:a="http://schemas.openxmlformats.org/drawingml/2006/main" prst="rect">
            <a:avLst/>
          </a:prstGeom>
        </p:spPr>
      </p:pic>
      <p:pic>
        <p:nvPicPr>
          <p:cNvPr id="70" name="Picture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0f5650313744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4650" y="5068192"/>
            <a:ext cx="114300" cy="200025"/>
          </a:xfrm>
          <a:prstGeom xmlns:a="http://schemas.openxmlformats.org/drawingml/2006/main" prst="rect">
            <a:avLst/>
          </a:prstGeom>
        </p:spPr>
      </p:pic>
      <p:sp>
        <p:nvSpPr>
          <p:cNvPr id="29" name="Freeform 30">
            <a:extLst xmlns:a="http://schemas.openxmlformats.org/drawingml/2006/main">
              <a:ext uri="{FF2B5EF4-FFF2-40B4-BE49-F238E27FC236}">
                <a16:creationId xmlns:a16="http://schemas.microsoft.com/office/drawing/2014/main" id="{6FE53ABB-5CD3-617B-073B-0FF9B84C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9505" y="6470021"/>
            <a:ext cx="841990" cy="276804"/>
          </a:xfrm>
          <a:custGeom xmlns:a="http://schemas.openxmlformats.org/drawingml/2006/main">
            <a:rect l="l" t="t" r="r" b="b"/>
            <a:pathLst>
              <a:path w="1700411" h="559010">
                <a:moveTo>
                  <a:pt x="0" y="0"/>
                </a:moveTo>
                <a:lnTo>
                  <a:pt x="1700411" y="0"/>
                </a:lnTo>
                <a:lnTo>
                  <a:pt x="1700411" y="559011"/>
                </a:lnTo>
                <a:lnTo>
                  <a:pt x="0" y="55901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e6bcccef41346a1"/>
            <a:stretch>
              <a:fillRect l="0" t="0" r="0" b="0"/>
            </a:stretch>
          </a:blipFill>
        </p:spPr>
      </p:sp>
    </p:spTree>
    <p:extLst>
      <p:ext uri="{BB962C8B-B14F-4D97-AF65-F5344CB8AC3E}">
        <p14:creationId xmlns:p14="http://schemas.microsoft.com/office/powerpoint/2010/main" val="21149579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2026-07-22T10:41:20.5930000Z</dcterms:created>
  <dcterms:modified xsi:type="dcterms:W3CDTF">2026-07-22T10:41:20.5930000Z</dcterms:modified>
</coreProperties>
</file>